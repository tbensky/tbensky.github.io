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3"/>
    <p:sldMasterId id="2147483671" r:id="rId4"/>
  </p:sldMasterIdLst>
  <p:notesMasterIdLst>
    <p:notesMasterId r:id="rId5"/>
  </p:notesMasterIdLst>
  <p:sldIdLst>
    <p:sldId id="256" r:id="rId6"/>
  </p:sldIdLst>
  <p:sldSz cy="32918400" cx="43891200"/>
  <p:notesSz cx="6858000" cy="9144000"/>
  <p:embeddedFontLst>
    <p:embeddedFont>
      <p:font typeface="Play"/>
      <p:regular r:id="rId7"/>
      <p:bold r:id="rId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Play-regular.fntdata"/><Relationship Id="rId8" Type="http://schemas.openxmlformats.org/officeDocument/2006/relationships/font" Target="fonts/Play-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cd8cb8bab8_1_7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2cd8cb8bab8_1_7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1496200" y="4765280"/>
            <a:ext cx="40899000" cy="13136700"/>
          </a:xfrm>
          <a:prstGeom prst="rect">
            <a:avLst/>
          </a:prstGeom>
        </p:spPr>
        <p:txBody>
          <a:bodyPr anchorCtr="0" anchor="b" bIns="487600" lIns="487600" spcFirstLastPara="1" rIns="487600" wrap="square" tIns="487600">
            <a:normAutofit/>
          </a:bodyPr>
          <a:lstStyle>
            <a:lvl1pPr lvl="0" algn="ctr">
              <a:spcBef>
                <a:spcPts val="0"/>
              </a:spcBef>
              <a:spcAft>
                <a:spcPts val="0"/>
              </a:spcAft>
              <a:buSzPts val="27700"/>
              <a:buNone/>
              <a:defRPr sz="27700"/>
            </a:lvl1pPr>
            <a:lvl2pPr lvl="1" algn="ctr">
              <a:spcBef>
                <a:spcPts val="0"/>
              </a:spcBef>
              <a:spcAft>
                <a:spcPts val="0"/>
              </a:spcAft>
              <a:buSzPts val="27700"/>
              <a:buNone/>
              <a:defRPr sz="27700"/>
            </a:lvl2pPr>
            <a:lvl3pPr lvl="2" algn="ctr">
              <a:spcBef>
                <a:spcPts val="0"/>
              </a:spcBef>
              <a:spcAft>
                <a:spcPts val="0"/>
              </a:spcAft>
              <a:buSzPts val="27700"/>
              <a:buNone/>
              <a:defRPr sz="27700"/>
            </a:lvl3pPr>
            <a:lvl4pPr lvl="3" algn="ctr">
              <a:spcBef>
                <a:spcPts val="0"/>
              </a:spcBef>
              <a:spcAft>
                <a:spcPts val="0"/>
              </a:spcAft>
              <a:buSzPts val="27700"/>
              <a:buNone/>
              <a:defRPr sz="27700"/>
            </a:lvl4pPr>
            <a:lvl5pPr lvl="4" algn="ctr">
              <a:spcBef>
                <a:spcPts val="0"/>
              </a:spcBef>
              <a:spcAft>
                <a:spcPts val="0"/>
              </a:spcAft>
              <a:buSzPts val="27700"/>
              <a:buNone/>
              <a:defRPr sz="27700"/>
            </a:lvl5pPr>
            <a:lvl6pPr lvl="5" algn="ctr">
              <a:spcBef>
                <a:spcPts val="0"/>
              </a:spcBef>
              <a:spcAft>
                <a:spcPts val="0"/>
              </a:spcAft>
              <a:buSzPts val="27700"/>
              <a:buNone/>
              <a:defRPr sz="27700"/>
            </a:lvl6pPr>
            <a:lvl7pPr lvl="6" algn="ctr">
              <a:spcBef>
                <a:spcPts val="0"/>
              </a:spcBef>
              <a:spcAft>
                <a:spcPts val="0"/>
              </a:spcAft>
              <a:buSzPts val="27700"/>
              <a:buNone/>
              <a:defRPr sz="27700"/>
            </a:lvl7pPr>
            <a:lvl8pPr lvl="7" algn="ctr">
              <a:spcBef>
                <a:spcPts val="0"/>
              </a:spcBef>
              <a:spcAft>
                <a:spcPts val="0"/>
              </a:spcAft>
              <a:buSzPts val="27700"/>
              <a:buNone/>
              <a:defRPr sz="27700"/>
            </a:lvl8pPr>
            <a:lvl9pPr lvl="8" algn="ctr">
              <a:spcBef>
                <a:spcPts val="0"/>
              </a:spcBef>
              <a:spcAft>
                <a:spcPts val="0"/>
              </a:spcAft>
              <a:buSzPts val="27700"/>
              <a:buNone/>
              <a:defRPr sz="27700"/>
            </a:lvl9pPr>
          </a:lstStyle>
          <a:p/>
        </p:txBody>
      </p:sp>
      <p:sp>
        <p:nvSpPr>
          <p:cNvPr id="11" name="Google Shape;11;p2"/>
          <p:cNvSpPr txBox="1"/>
          <p:nvPr>
            <p:ph idx="1" type="subTitle"/>
          </p:nvPr>
        </p:nvSpPr>
        <p:spPr>
          <a:xfrm>
            <a:off x="1496160" y="18138400"/>
            <a:ext cx="40899000" cy="5072700"/>
          </a:xfrm>
          <a:prstGeom prst="rect">
            <a:avLst/>
          </a:prstGeom>
        </p:spPr>
        <p:txBody>
          <a:bodyPr anchorCtr="0" anchor="t" bIns="487600" lIns="487600" spcFirstLastPara="1" rIns="487600" wrap="square" tIns="487600">
            <a:normAutofit/>
          </a:bodyPr>
          <a:lstStyle>
            <a:lvl1pPr lvl="0" algn="ctr">
              <a:lnSpc>
                <a:spcPct val="100000"/>
              </a:lnSpc>
              <a:spcBef>
                <a:spcPts val="0"/>
              </a:spcBef>
              <a:spcAft>
                <a:spcPts val="0"/>
              </a:spcAft>
              <a:buSzPts val="14900"/>
              <a:buNone/>
              <a:defRPr sz="14900"/>
            </a:lvl1pPr>
            <a:lvl2pPr lvl="1" algn="ctr">
              <a:lnSpc>
                <a:spcPct val="100000"/>
              </a:lnSpc>
              <a:spcBef>
                <a:spcPts val="0"/>
              </a:spcBef>
              <a:spcAft>
                <a:spcPts val="0"/>
              </a:spcAft>
              <a:buSzPts val="14900"/>
              <a:buNone/>
              <a:defRPr sz="14900"/>
            </a:lvl2pPr>
            <a:lvl3pPr lvl="2" algn="ctr">
              <a:lnSpc>
                <a:spcPct val="100000"/>
              </a:lnSpc>
              <a:spcBef>
                <a:spcPts val="0"/>
              </a:spcBef>
              <a:spcAft>
                <a:spcPts val="0"/>
              </a:spcAft>
              <a:buSzPts val="14900"/>
              <a:buNone/>
              <a:defRPr sz="14900"/>
            </a:lvl3pPr>
            <a:lvl4pPr lvl="3" algn="ctr">
              <a:lnSpc>
                <a:spcPct val="100000"/>
              </a:lnSpc>
              <a:spcBef>
                <a:spcPts val="0"/>
              </a:spcBef>
              <a:spcAft>
                <a:spcPts val="0"/>
              </a:spcAft>
              <a:buSzPts val="14900"/>
              <a:buNone/>
              <a:defRPr sz="14900"/>
            </a:lvl4pPr>
            <a:lvl5pPr lvl="4" algn="ctr">
              <a:lnSpc>
                <a:spcPct val="100000"/>
              </a:lnSpc>
              <a:spcBef>
                <a:spcPts val="0"/>
              </a:spcBef>
              <a:spcAft>
                <a:spcPts val="0"/>
              </a:spcAft>
              <a:buSzPts val="14900"/>
              <a:buNone/>
              <a:defRPr sz="14900"/>
            </a:lvl5pPr>
            <a:lvl6pPr lvl="5" algn="ctr">
              <a:lnSpc>
                <a:spcPct val="100000"/>
              </a:lnSpc>
              <a:spcBef>
                <a:spcPts val="0"/>
              </a:spcBef>
              <a:spcAft>
                <a:spcPts val="0"/>
              </a:spcAft>
              <a:buSzPts val="14900"/>
              <a:buNone/>
              <a:defRPr sz="14900"/>
            </a:lvl6pPr>
            <a:lvl7pPr lvl="6" algn="ctr">
              <a:lnSpc>
                <a:spcPct val="100000"/>
              </a:lnSpc>
              <a:spcBef>
                <a:spcPts val="0"/>
              </a:spcBef>
              <a:spcAft>
                <a:spcPts val="0"/>
              </a:spcAft>
              <a:buSzPts val="14900"/>
              <a:buNone/>
              <a:defRPr sz="14900"/>
            </a:lvl7pPr>
            <a:lvl8pPr lvl="7" algn="ctr">
              <a:lnSpc>
                <a:spcPct val="100000"/>
              </a:lnSpc>
              <a:spcBef>
                <a:spcPts val="0"/>
              </a:spcBef>
              <a:spcAft>
                <a:spcPts val="0"/>
              </a:spcAft>
              <a:buSzPts val="14900"/>
              <a:buNone/>
              <a:defRPr sz="14900"/>
            </a:lvl8pPr>
            <a:lvl9pPr lvl="8" algn="ctr">
              <a:lnSpc>
                <a:spcPct val="100000"/>
              </a:lnSpc>
              <a:spcBef>
                <a:spcPts val="0"/>
              </a:spcBef>
              <a:spcAft>
                <a:spcPts val="0"/>
              </a:spcAft>
              <a:buSzPts val="14900"/>
              <a:buNone/>
              <a:defRPr sz="14900"/>
            </a:lvl9pPr>
          </a:lstStyle>
          <a:p/>
        </p:txBody>
      </p:sp>
      <p:sp>
        <p:nvSpPr>
          <p:cNvPr id="12" name="Google Shape;12;p2"/>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1496160" y="13765440"/>
            <a:ext cx="40899000" cy="5387400"/>
          </a:xfrm>
          <a:prstGeom prst="rect">
            <a:avLst/>
          </a:prstGeom>
        </p:spPr>
        <p:txBody>
          <a:bodyPr anchorCtr="0" anchor="ctr" bIns="487600" lIns="487600" spcFirstLastPara="1" rIns="487600" wrap="square" tIns="487600">
            <a:normAutofit/>
          </a:bodyPr>
          <a:lstStyle>
            <a:lvl1pPr lvl="0" algn="ctr">
              <a:spcBef>
                <a:spcPts val="0"/>
              </a:spcBef>
              <a:spcAft>
                <a:spcPts val="0"/>
              </a:spcAft>
              <a:buSzPts val="19200"/>
              <a:buNone/>
              <a:defRPr sz="19200"/>
            </a:lvl1pPr>
            <a:lvl2pPr lvl="1" algn="ctr">
              <a:spcBef>
                <a:spcPts val="0"/>
              </a:spcBef>
              <a:spcAft>
                <a:spcPts val="0"/>
              </a:spcAft>
              <a:buSzPts val="19200"/>
              <a:buNone/>
              <a:defRPr sz="19200"/>
            </a:lvl2pPr>
            <a:lvl3pPr lvl="2" algn="ctr">
              <a:spcBef>
                <a:spcPts val="0"/>
              </a:spcBef>
              <a:spcAft>
                <a:spcPts val="0"/>
              </a:spcAft>
              <a:buSzPts val="19200"/>
              <a:buNone/>
              <a:defRPr sz="19200"/>
            </a:lvl3pPr>
            <a:lvl4pPr lvl="3" algn="ctr">
              <a:spcBef>
                <a:spcPts val="0"/>
              </a:spcBef>
              <a:spcAft>
                <a:spcPts val="0"/>
              </a:spcAft>
              <a:buSzPts val="19200"/>
              <a:buNone/>
              <a:defRPr sz="19200"/>
            </a:lvl4pPr>
            <a:lvl5pPr lvl="4" algn="ctr">
              <a:spcBef>
                <a:spcPts val="0"/>
              </a:spcBef>
              <a:spcAft>
                <a:spcPts val="0"/>
              </a:spcAft>
              <a:buSzPts val="19200"/>
              <a:buNone/>
              <a:defRPr sz="19200"/>
            </a:lvl5pPr>
            <a:lvl6pPr lvl="5" algn="ctr">
              <a:spcBef>
                <a:spcPts val="0"/>
              </a:spcBef>
              <a:spcAft>
                <a:spcPts val="0"/>
              </a:spcAft>
              <a:buSzPts val="19200"/>
              <a:buNone/>
              <a:defRPr sz="19200"/>
            </a:lvl6pPr>
            <a:lvl7pPr lvl="6" algn="ctr">
              <a:spcBef>
                <a:spcPts val="0"/>
              </a:spcBef>
              <a:spcAft>
                <a:spcPts val="0"/>
              </a:spcAft>
              <a:buSzPts val="19200"/>
              <a:buNone/>
              <a:defRPr sz="19200"/>
            </a:lvl7pPr>
            <a:lvl8pPr lvl="7" algn="ctr">
              <a:spcBef>
                <a:spcPts val="0"/>
              </a:spcBef>
              <a:spcAft>
                <a:spcPts val="0"/>
              </a:spcAft>
              <a:buSzPts val="19200"/>
              <a:buNone/>
              <a:defRPr sz="19200"/>
            </a:lvl8pPr>
            <a:lvl9pPr lvl="8" algn="ctr">
              <a:spcBef>
                <a:spcPts val="0"/>
              </a:spcBef>
              <a:spcAft>
                <a:spcPts val="0"/>
              </a:spcAft>
              <a:buSzPts val="19200"/>
              <a:buNone/>
              <a:defRPr sz="19200"/>
            </a:lvl9pPr>
          </a:lstStyle>
          <a:p/>
        </p:txBody>
      </p:sp>
      <p:sp>
        <p:nvSpPr>
          <p:cNvPr id="15" name="Google Shape;15;p3"/>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1496160" y="2848160"/>
            <a:ext cx="40899000" cy="3665400"/>
          </a:xfrm>
          <a:prstGeom prst="rect">
            <a:avLst/>
          </a:prstGeom>
        </p:spPr>
        <p:txBody>
          <a:bodyPr anchorCtr="0" anchor="t" bIns="487600" lIns="487600" spcFirstLastPara="1" rIns="487600" wrap="square" tIns="487600">
            <a:normAutofit/>
          </a:bodyPr>
          <a:lstStyle>
            <a:lvl1pPr lvl="0">
              <a:spcBef>
                <a:spcPts val="0"/>
              </a:spcBef>
              <a:spcAft>
                <a:spcPts val="0"/>
              </a:spcAft>
              <a:buSzPts val="14900"/>
              <a:buNone/>
              <a:defRPr/>
            </a:lvl1pPr>
            <a:lvl2pPr lvl="1">
              <a:spcBef>
                <a:spcPts val="0"/>
              </a:spcBef>
              <a:spcAft>
                <a:spcPts val="0"/>
              </a:spcAft>
              <a:buSzPts val="14900"/>
              <a:buNone/>
              <a:defRPr/>
            </a:lvl2pPr>
            <a:lvl3pPr lvl="2">
              <a:spcBef>
                <a:spcPts val="0"/>
              </a:spcBef>
              <a:spcAft>
                <a:spcPts val="0"/>
              </a:spcAft>
              <a:buSzPts val="14900"/>
              <a:buNone/>
              <a:defRPr/>
            </a:lvl3pPr>
            <a:lvl4pPr lvl="3">
              <a:spcBef>
                <a:spcPts val="0"/>
              </a:spcBef>
              <a:spcAft>
                <a:spcPts val="0"/>
              </a:spcAft>
              <a:buSzPts val="14900"/>
              <a:buNone/>
              <a:defRPr/>
            </a:lvl4pPr>
            <a:lvl5pPr lvl="4">
              <a:spcBef>
                <a:spcPts val="0"/>
              </a:spcBef>
              <a:spcAft>
                <a:spcPts val="0"/>
              </a:spcAft>
              <a:buSzPts val="14900"/>
              <a:buNone/>
              <a:defRPr/>
            </a:lvl5pPr>
            <a:lvl6pPr lvl="5">
              <a:spcBef>
                <a:spcPts val="0"/>
              </a:spcBef>
              <a:spcAft>
                <a:spcPts val="0"/>
              </a:spcAft>
              <a:buSzPts val="14900"/>
              <a:buNone/>
              <a:defRPr/>
            </a:lvl6pPr>
            <a:lvl7pPr lvl="6">
              <a:spcBef>
                <a:spcPts val="0"/>
              </a:spcBef>
              <a:spcAft>
                <a:spcPts val="0"/>
              </a:spcAft>
              <a:buSzPts val="14900"/>
              <a:buNone/>
              <a:defRPr/>
            </a:lvl7pPr>
            <a:lvl8pPr lvl="7">
              <a:spcBef>
                <a:spcPts val="0"/>
              </a:spcBef>
              <a:spcAft>
                <a:spcPts val="0"/>
              </a:spcAft>
              <a:buSzPts val="14900"/>
              <a:buNone/>
              <a:defRPr/>
            </a:lvl8pPr>
            <a:lvl9pPr lvl="8">
              <a:spcBef>
                <a:spcPts val="0"/>
              </a:spcBef>
              <a:spcAft>
                <a:spcPts val="0"/>
              </a:spcAft>
              <a:buSzPts val="14900"/>
              <a:buNone/>
              <a:defRPr/>
            </a:lvl9pPr>
          </a:lstStyle>
          <a:p/>
        </p:txBody>
      </p:sp>
      <p:sp>
        <p:nvSpPr>
          <p:cNvPr id="18" name="Google Shape;18;p4"/>
          <p:cNvSpPr txBox="1"/>
          <p:nvPr>
            <p:ph idx="1" type="body"/>
          </p:nvPr>
        </p:nvSpPr>
        <p:spPr>
          <a:xfrm>
            <a:off x="1496160" y="7375840"/>
            <a:ext cx="40899000" cy="21864900"/>
          </a:xfrm>
          <a:prstGeom prst="rect">
            <a:avLst/>
          </a:prstGeom>
        </p:spPr>
        <p:txBody>
          <a:bodyPr anchorCtr="0" anchor="t" bIns="487600" lIns="487600" spcFirstLastPara="1" rIns="487600" wrap="square" tIns="487600">
            <a:normAutofit/>
          </a:bodyPr>
          <a:lstStyle>
            <a:lvl1pPr indent="-838200" lvl="0" marL="457200">
              <a:spcBef>
                <a:spcPts val="0"/>
              </a:spcBef>
              <a:spcAft>
                <a:spcPts val="0"/>
              </a:spcAft>
              <a:buSzPts val="9600"/>
              <a:buChar char="●"/>
              <a:defRPr/>
            </a:lvl1pPr>
            <a:lvl2pPr indent="-704850" lvl="1" marL="914400">
              <a:spcBef>
                <a:spcPts val="0"/>
              </a:spcBef>
              <a:spcAft>
                <a:spcPts val="0"/>
              </a:spcAft>
              <a:buSzPts val="7500"/>
              <a:buChar char="○"/>
              <a:defRPr/>
            </a:lvl2pPr>
            <a:lvl3pPr indent="-704850" lvl="2" marL="1371600">
              <a:spcBef>
                <a:spcPts val="0"/>
              </a:spcBef>
              <a:spcAft>
                <a:spcPts val="0"/>
              </a:spcAft>
              <a:buSzPts val="7500"/>
              <a:buChar char="■"/>
              <a:defRPr/>
            </a:lvl3pPr>
            <a:lvl4pPr indent="-704850" lvl="3" marL="1828800">
              <a:spcBef>
                <a:spcPts val="0"/>
              </a:spcBef>
              <a:spcAft>
                <a:spcPts val="0"/>
              </a:spcAft>
              <a:buSzPts val="7500"/>
              <a:buChar char="●"/>
              <a:defRPr/>
            </a:lvl4pPr>
            <a:lvl5pPr indent="-704850" lvl="4" marL="2286000">
              <a:spcBef>
                <a:spcPts val="0"/>
              </a:spcBef>
              <a:spcAft>
                <a:spcPts val="0"/>
              </a:spcAft>
              <a:buSzPts val="7500"/>
              <a:buChar char="○"/>
              <a:defRPr/>
            </a:lvl5pPr>
            <a:lvl6pPr indent="-704850" lvl="5" marL="2743200">
              <a:spcBef>
                <a:spcPts val="0"/>
              </a:spcBef>
              <a:spcAft>
                <a:spcPts val="0"/>
              </a:spcAft>
              <a:buSzPts val="7500"/>
              <a:buChar char="■"/>
              <a:defRPr/>
            </a:lvl6pPr>
            <a:lvl7pPr indent="-704850" lvl="6" marL="3200400">
              <a:spcBef>
                <a:spcPts val="0"/>
              </a:spcBef>
              <a:spcAft>
                <a:spcPts val="0"/>
              </a:spcAft>
              <a:buSzPts val="7500"/>
              <a:buChar char="●"/>
              <a:defRPr/>
            </a:lvl7pPr>
            <a:lvl8pPr indent="-704850" lvl="7" marL="3657600">
              <a:spcBef>
                <a:spcPts val="0"/>
              </a:spcBef>
              <a:spcAft>
                <a:spcPts val="0"/>
              </a:spcAft>
              <a:buSzPts val="7500"/>
              <a:buChar char="○"/>
              <a:defRPr/>
            </a:lvl8pPr>
            <a:lvl9pPr indent="-704850" lvl="8" marL="4114800">
              <a:spcBef>
                <a:spcPts val="0"/>
              </a:spcBef>
              <a:spcAft>
                <a:spcPts val="0"/>
              </a:spcAft>
              <a:buSzPts val="7500"/>
              <a:buChar char="■"/>
              <a:defRPr/>
            </a:lvl9pPr>
          </a:lstStyle>
          <a:p/>
        </p:txBody>
      </p:sp>
      <p:sp>
        <p:nvSpPr>
          <p:cNvPr id="19" name="Google Shape;19;p4"/>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1496160" y="2848160"/>
            <a:ext cx="40899000" cy="3665400"/>
          </a:xfrm>
          <a:prstGeom prst="rect">
            <a:avLst/>
          </a:prstGeom>
        </p:spPr>
        <p:txBody>
          <a:bodyPr anchorCtr="0" anchor="t" bIns="487600" lIns="487600" spcFirstLastPara="1" rIns="487600" wrap="square" tIns="487600">
            <a:normAutofit/>
          </a:bodyPr>
          <a:lstStyle>
            <a:lvl1pPr lvl="0">
              <a:spcBef>
                <a:spcPts val="0"/>
              </a:spcBef>
              <a:spcAft>
                <a:spcPts val="0"/>
              </a:spcAft>
              <a:buSzPts val="14900"/>
              <a:buNone/>
              <a:defRPr/>
            </a:lvl1pPr>
            <a:lvl2pPr lvl="1">
              <a:spcBef>
                <a:spcPts val="0"/>
              </a:spcBef>
              <a:spcAft>
                <a:spcPts val="0"/>
              </a:spcAft>
              <a:buSzPts val="14900"/>
              <a:buNone/>
              <a:defRPr/>
            </a:lvl2pPr>
            <a:lvl3pPr lvl="2">
              <a:spcBef>
                <a:spcPts val="0"/>
              </a:spcBef>
              <a:spcAft>
                <a:spcPts val="0"/>
              </a:spcAft>
              <a:buSzPts val="14900"/>
              <a:buNone/>
              <a:defRPr/>
            </a:lvl3pPr>
            <a:lvl4pPr lvl="3">
              <a:spcBef>
                <a:spcPts val="0"/>
              </a:spcBef>
              <a:spcAft>
                <a:spcPts val="0"/>
              </a:spcAft>
              <a:buSzPts val="14900"/>
              <a:buNone/>
              <a:defRPr/>
            </a:lvl4pPr>
            <a:lvl5pPr lvl="4">
              <a:spcBef>
                <a:spcPts val="0"/>
              </a:spcBef>
              <a:spcAft>
                <a:spcPts val="0"/>
              </a:spcAft>
              <a:buSzPts val="14900"/>
              <a:buNone/>
              <a:defRPr/>
            </a:lvl5pPr>
            <a:lvl6pPr lvl="5">
              <a:spcBef>
                <a:spcPts val="0"/>
              </a:spcBef>
              <a:spcAft>
                <a:spcPts val="0"/>
              </a:spcAft>
              <a:buSzPts val="14900"/>
              <a:buNone/>
              <a:defRPr/>
            </a:lvl6pPr>
            <a:lvl7pPr lvl="6">
              <a:spcBef>
                <a:spcPts val="0"/>
              </a:spcBef>
              <a:spcAft>
                <a:spcPts val="0"/>
              </a:spcAft>
              <a:buSzPts val="14900"/>
              <a:buNone/>
              <a:defRPr/>
            </a:lvl7pPr>
            <a:lvl8pPr lvl="7">
              <a:spcBef>
                <a:spcPts val="0"/>
              </a:spcBef>
              <a:spcAft>
                <a:spcPts val="0"/>
              </a:spcAft>
              <a:buSzPts val="14900"/>
              <a:buNone/>
              <a:defRPr/>
            </a:lvl8pPr>
            <a:lvl9pPr lvl="8">
              <a:spcBef>
                <a:spcPts val="0"/>
              </a:spcBef>
              <a:spcAft>
                <a:spcPts val="0"/>
              </a:spcAft>
              <a:buSzPts val="14900"/>
              <a:buNone/>
              <a:defRPr/>
            </a:lvl9pPr>
          </a:lstStyle>
          <a:p/>
        </p:txBody>
      </p:sp>
      <p:sp>
        <p:nvSpPr>
          <p:cNvPr id="22" name="Google Shape;22;p5"/>
          <p:cNvSpPr txBox="1"/>
          <p:nvPr>
            <p:ph idx="1" type="body"/>
          </p:nvPr>
        </p:nvSpPr>
        <p:spPr>
          <a:xfrm>
            <a:off x="1496160" y="7375840"/>
            <a:ext cx="19199400" cy="21864900"/>
          </a:xfrm>
          <a:prstGeom prst="rect">
            <a:avLst/>
          </a:prstGeom>
        </p:spPr>
        <p:txBody>
          <a:bodyPr anchorCtr="0" anchor="t" bIns="487600" lIns="487600" spcFirstLastPara="1" rIns="487600" wrap="square" tIns="487600">
            <a:normAutofit/>
          </a:bodyPr>
          <a:lstStyle>
            <a:lvl1pPr indent="-704850" lvl="0" marL="457200">
              <a:spcBef>
                <a:spcPts val="0"/>
              </a:spcBef>
              <a:spcAft>
                <a:spcPts val="0"/>
              </a:spcAft>
              <a:buSzPts val="7500"/>
              <a:buChar char="●"/>
              <a:defRPr sz="7500"/>
            </a:lvl1pPr>
            <a:lvl2pPr indent="-635000" lvl="1" marL="914400">
              <a:spcBef>
                <a:spcPts val="0"/>
              </a:spcBef>
              <a:spcAft>
                <a:spcPts val="0"/>
              </a:spcAft>
              <a:buSzPts val="6400"/>
              <a:buChar char="○"/>
              <a:defRPr sz="6400"/>
            </a:lvl2pPr>
            <a:lvl3pPr indent="-635000" lvl="2" marL="1371600">
              <a:spcBef>
                <a:spcPts val="0"/>
              </a:spcBef>
              <a:spcAft>
                <a:spcPts val="0"/>
              </a:spcAft>
              <a:buSzPts val="6400"/>
              <a:buChar char="■"/>
              <a:defRPr sz="6400"/>
            </a:lvl3pPr>
            <a:lvl4pPr indent="-635000" lvl="3" marL="1828800">
              <a:spcBef>
                <a:spcPts val="0"/>
              </a:spcBef>
              <a:spcAft>
                <a:spcPts val="0"/>
              </a:spcAft>
              <a:buSzPts val="6400"/>
              <a:buChar char="●"/>
              <a:defRPr sz="6400"/>
            </a:lvl4pPr>
            <a:lvl5pPr indent="-635000" lvl="4" marL="2286000">
              <a:spcBef>
                <a:spcPts val="0"/>
              </a:spcBef>
              <a:spcAft>
                <a:spcPts val="0"/>
              </a:spcAft>
              <a:buSzPts val="6400"/>
              <a:buChar char="○"/>
              <a:defRPr sz="6400"/>
            </a:lvl5pPr>
            <a:lvl6pPr indent="-635000" lvl="5" marL="2743200">
              <a:spcBef>
                <a:spcPts val="0"/>
              </a:spcBef>
              <a:spcAft>
                <a:spcPts val="0"/>
              </a:spcAft>
              <a:buSzPts val="6400"/>
              <a:buChar char="■"/>
              <a:defRPr sz="6400"/>
            </a:lvl6pPr>
            <a:lvl7pPr indent="-635000" lvl="6" marL="3200400">
              <a:spcBef>
                <a:spcPts val="0"/>
              </a:spcBef>
              <a:spcAft>
                <a:spcPts val="0"/>
              </a:spcAft>
              <a:buSzPts val="6400"/>
              <a:buChar char="●"/>
              <a:defRPr sz="6400"/>
            </a:lvl7pPr>
            <a:lvl8pPr indent="-635000" lvl="7" marL="3657600">
              <a:spcBef>
                <a:spcPts val="0"/>
              </a:spcBef>
              <a:spcAft>
                <a:spcPts val="0"/>
              </a:spcAft>
              <a:buSzPts val="6400"/>
              <a:buChar char="○"/>
              <a:defRPr sz="6400"/>
            </a:lvl8pPr>
            <a:lvl9pPr indent="-635000" lvl="8" marL="4114800">
              <a:spcBef>
                <a:spcPts val="0"/>
              </a:spcBef>
              <a:spcAft>
                <a:spcPts val="0"/>
              </a:spcAft>
              <a:buSzPts val="6400"/>
              <a:buChar char="■"/>
              <a:defRPr sz="6400"/>
            </a:lvl9pPr>
          </a:lstStyle>
          <a:p/>
        </p:txBody>
      </p:sp>
      <p:sp>
        <p:nvSpPr>
          <p:cNvPr id="23" name="Google Shape;23;p5"/>
          <p:cNvSpPr txBox="1"/>
          <p:nvPr>
            <p:ph idx="2" type="body"/>
          </p:nvPr>
        </p:nvSpPr>
        <p:spPr>
          <a:xfrm>
            <a:off x="23195520" y="7375840"/>
            <a:ext cx="19199400" cy="21864900"/>
          </a:xfrm>
          <a:prstGeom prst="rect">
            <a:avLst/>
          </a:prstGeom>
        </p:spPr>
        <p:txBody>
          <a:bodyPr anchorCtr="0" anchor="t" bIns="487600" lIns="487600" spcFirstLastPara="1" rIns="487600" wrap="square" tIns="487600">
            <a:normAutofit/>
          </a:bodyPr>
          <a:lstStyle>
            <a:lvl1pPr indent="-704850" lvl="0" marL="457200">
              <a:spcBef>
                <a:spcPts val="0"/>
              </a:spcBef>
              <a:spcAft>
                <a:spcPts val="0"/>
              </a:spcAft>
              <a:buSzPts val="7500"/>
              <a:buChar char="●"/>
              <a:defRPr sz="7500"/>
            </a:lvl1pPr>
            <a:lvl2pPr indent="-635000" lvl="1" marL="914400">
              <a:spcBef>
                <a:spcPts val="0"/>
              </a:spcBef>
              <a:spcAft>
                <a:spcPts val="0"/>
              </a:spcAft>
              <a:buSzPts val="6400"/>
              <a:buChar char="○"/>
              <a:defRPr sz="6400"/>
            </a:lvl2pPr>
            <a:lvl3pPr indent="-635000" lvl="2" marL="1371600">
              <a:spcBef>
                <a:spcPts val="0"/>
              </a:spcBef>
              <a:spcAft>
                <a:spcPts val="0"/>
              </a:spcAft>
              <a:buSzPts val="6400"/>
              <a:buChar char="■"/>
              <a:defRPr sz="6400"/>
            </a:lvl3pPr>
            <a:lvl4pPr indent="-635000" lvl="3" marL="1828800">
              <a:spcBef>
                <a:spcPts val="0"/>
              </a:spcBef>
              <a:spcAft>
                <a:spcPts val="0"/>
              </a:spcAft>
              <a:buSzPts val="6400"/>
              <a:buChar char="●"/>
              <a:defRPr sz="6400"/>
            </a:lvl4pPr>
            <a:lvl5pPr indent="-635000" lvl="4" marL="2286000">
              <a:spcBef>
                <a:spcPts val="0"/>
              </a:spcBef>
              <a:spcAft>
                <a:spcPts val="0"/>
              </a:spcAft>
              <a:buSzPts val="6400"/>
              <a:buChar char="○"/>
              <a:defRPr sz="6400"/>
            </a:lvl5pPr>
            <a:lvl6pPr indent="-635000" lvl="5" marL="2743200">
              <a:spcBef>
                <a:spcPts val="0"/>
              </a:spcBef>
              <a:spcAft>
                <a:spcPts val="0"/>
              </a:spcAft>
              <a:buSzPts val="6400"/>
              <a:buChar char="■"/>
              <a:defRPr sz="6400"/>
            </a:lvl6pPr>
            <a:lvl7pPr indent="-635000" lvl="6" marL="3200400">
              <a:spcBef>
                <a:spcPts val="0"/>
              </a:spcBef>
              <a:spcAft>
                <a:spcPts val="0"/>
              </a:spcAft>
              <a:buSzPts val="6400"/>
              <a:buChar char="●"/>
              <a:defRPr sz="6400"/>
            </a:lvl7pPr>
            <a:lvl8pPr indent="-635000" lvl="7" marL="3657600">
              <a:spcBef>
                <a:spcPts val="0"/>
              </a:spcBef>
              <a:spcAft>
                <a:spcPts val="0"/>
              </a:spcAft>
              <a:buSzPts val="6400"/>
              <a:buChar char="○"/>
              <a:defRPr sz="6400"/>
            </a:lvl8pPr>
            <a:lvl9pPr indent="-635000" lvl="8" marL="4114800">
              <a:spcBef>
                <a:spcPts val="0"/>
              </a:spcBef>
              <a:spcAft>
                <a:spcPts val="0"/>
              </a:spcAft>
              <a:buSzPts val="6400"/>
              <a:buChar char="■"/>
              <a:defRPr sz="6400"/>
            </a:lvl9pPr>
          </a:lstStyle>
          <a:p/>
        </p:txBody>
      </p:sp>
      <p:sp>
        <p:nvSpPr>
          <p:cNvPr id="24" name="Google Shape;24;p5"/>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1496160" y="2848160"/>
            <a:ext cx="40899000" cy="3665400"/>
          </a:xfrm>
          <a:prstGeom prst="rect">
            <a:avLst/>
          </a:prstGeom>
        </p:spPr>
        <p:txBody>
          <a:bodyPr anchorCtr="0" anchor="t" bIns="487600" lIns="487600" spcFirstLastPara="1" rIns="487600" wrap="square" tIns="487600">
            <a:normAutofit/>
          </a:bodyPr>
          <a:lstStyle>
            <a:lvl1pPr lvl="0">
              <a:spcBef>
                <a:spcPts val="0"/>
              </a:spcBef>
              <a:spcAft>
                <a:spcPts val="0"/>
              </a:spcAft>
              <a:buSzPts val="14900"/>
              <a:buNone/>
              <a:defRPr/>
            </a:lvl1pPr>
            <a:lvl2pPr lvl="1">
              <a:spcBef>
                <a:spcPts val="0"/>
              </a:spcBef>
              <a:spcAft>
                <a:spcPts val="0"/>
              </a:spcAft>
              <a:buSzPts val="14900"/>
              <a:buNone/>
              <a:defRPr/>
            </a:lvl2pPr>
            <a:lvl3pPr lvl="2">
              <a:spcBef>
                <a:spcPts val="0"/>
              </a:spcBef>
              <a:spcAft>
                <a:spcPts val="0"/>
              </a:spcAft>
              <a:buSzPts val="14900"/>
              <a:buNone/>
              <a:defRPr/>
            </a:lvl3pPr>
            <a:lvl4pPr lvl="3">
              <a:spcBef>
                <a:spcPts val="0"/>
              </a:spcBef>
              <a:spcAft>
                <a:spcPts val="0"/>
              </a:spcAft>
              <a:buSzPts val="14900"/>
              <a:buNone/>
              <a:defRPr/>
            </a:lvl4pPr>
            <a:lvl5pPr lvl="4">
              <a:spcBef>
                <a:spcPts val="0"/>
              </a:spcBef>
              <a:spcAft>
                <a:spcPts val="0"/>
              </a:spcAft>
              <a:buSzPts val="14900"/>
              <a:buNone/>
              <a:defRPr/>
            </a:lvl5pPr>
            <a:lvl6pPr lvl="5">
              <a:spcBef>
                <a:spcPts val="0"/>
              </a:spcBef>
              <a:spcAft>
                <a:spcPts val="0"/>
              </a:spcAft>
              <a:buSzPts val="14900"/>
              <a:buNone/>
              <a:defRPr/>
            </a:lvl6pPr>
            <a:lvl7pPr lvl="6">
              <a:spcBef>
                <a:spcPts val="0"/>
              </a:spcBef>
              <a:spcAft>
                <a:spcPts val="0"/>
              </a:spcAft>
              <a:buSzPts val="14900"/>
              <a:buNone/>
              <a:defRPr/>
            </a:lvl7pPr>
            <a:lvl8pPr lvl="7">
              <a:spcBef>
                <a:spcPts val="0"/>
              </a:spcBef>
              <a:spcAft>
                <a:spcPts val="0"/>
              </a:spcAft>
              <a:buSzPts val="14900"/>
              <a:buNone/>
              <a:defRPr/>
            </a:lvl8pPr>
            <a:lvl9pPr lvl="8">
              <a:spcBef>
                <a:spcPts val="0"/>
              </a:spcBef>
              <a:spcAft>
                <a:spcPts val="0"/>
              </a:spcAft>
              <a:buSzPts val="14900"/>
              <a:buNone/>
              <a:defRPr/>
            </a:lvl9pPr>
          </a:lstStyle>
          <a:p/>
        </p:txBody>
      </p:sp>
      <p:sp>
        <p:nvSpPr>
          <p:cNvPr id="27" name="Google Shape;27;p6"/>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1496160" y="3555840"/>
            <a:ext cx="13478400" cy="4836600"/>
          </a:xfrm>
          <a:prstGeom prst="rect">
            <a:avLst/>
          </a:prstGeom>
        </p:spPr>
        <p:txBody>
          <a:bodyPr anchorCtr="0" anchor="b" bIns="487600" lIns="487600" spcFirstLastPara="1" rIns="487600" wrap="square" tIns="487600">
            <a:normAutofit/>
          </a:bodyPr>
          <a:lstStyle>
            <a:lvl1pPr lvl="0">
              <a:spcBef>
                <a:spcPts val="0"/>
              </a:spcBef>
              <a:spcAft>
                <a:spcPts val="0"/>
              </a:spcAft>
              <a:buSzPts val="12800"/>
              <a:buNone/>
              <a:defRPr sz="12800"/>
            </a:lvl1pPr>
            <a:lvl2pPr lvl="1">
              <a:spcBef>
                <a:spcPts val="0"/>
              </a:spcBef>
              <a:spcAft>
                <a:spcPts val="0"/>
              </a:spcAft>
              <a:buSzPts val="12800"/>
              <a:buNone/>
              <a:defRPr sz="12800"/>
            </a:lvl2pPr>
            <a:lvl3pPr lvl="2">
              <a:spcBef>
                <a:spcPts val="0"/>
              </a:spcBef>
              <a:spcAft>
                <a:spcPts val="0"/>
              </a:spcAft>
              <a:buSzPts val="12800"/>
              <a:buNone/>
              <a:defRPr sz="12800"/>
            </a:lvl3pPr>
            <a:lvl4pPr lvl="3">
              <a:spcBef>
                <a:spcPts val="0"/>
              </a:spcBef>
              <a:spcAft>
                <a:spcPts val="0"/>
              </a:spcAft>
              <a:buSzPts val="12800"/>
              <a:buNone/>
              <a:defRPr sz="12800"/>
            </a:lvl4pPr>
            <a:lvl5pPr lvl="4">
              <a:spcBef>
                <a:spcPts val="0"/>
              </a:spcBef>
              <a:spcAft>
                <a:spcPts val="0"/>
              </a:spcAft>
              <a:buSzPts val="12800"/>
              <a:buNone/>
              <a:defRPr sz="12800"/>
            </a:lvl5pPr>
            <a:lvl6pPr lvl="5">
              <a:spcBef>
                <a:spcPts val="0"/>
              </a:spcBef>
              <a:spcAft>
                <a:spcPts val="0"/>
              </a:spcAft>
              <a:buSzPts val="12800"/>
              <a:buNone/>
              <a:defRPr sz="12800"/>
            </a:lvl6pPr>
            <a:lvl7pPr lvl="6">
              <a:spcBef>
                <a:spcPts val="0"/>
              </a:spcBef>
              <a:spcAft>
                <a:spcPts val="0"/>
              </a:spcAft>
              <a:buSzPts val="12800"/>
              <a:buNone/>
              <a:defRPr sz="12800"/>
            </a:lvl7pPr>
            <a:lvl8pPr lvl="7">
              <a:spcBef>
                <a:spcPts val="0"/>
              </a:spcBef>
              <a:spcAft>
                <a:spcPts val="0"/>
              </a:spcAft>
              <a:buSzPts val="12800"/>
              <a:buNone/>
              <a:defRPr sz="12800"/>
            </a:lvl8pPr>
            <a:lvl9pPr lvl="8">
              <a:spcBef>
                <a:spcPts val="0"/>
              </a:spcBef>
              <a:spcAft>
                <a:spcPts val="0"/>
              </a:spcAft>
              <a:buSzPts val="12800"/>
              <a:buNone/>
              <a:defRPr sz="12800"/>
            </a:lvl9pPr>
          </a:lstStyle>
          <a:p/>
        </p:txBody>
      </p:sp>
      <p:sp>
        <p:nvSpPr>
          <p:cNvPr id="30" name="Google Shape;30;p7"/>
          <p:cNvSpPr txBox="1"/>
          <p:nvPr>
            <p:ph idx="1" type="body"/>
          </p:nvPr>
        </p:nvSpPr>
        <p:spPr>
          <a:xfrm>
            <a:off x="1496160" y="8893440"/>
            <a:ext cx="13478400" cy="20348100"/>
          </a:xfrm>
          <a:prstGeom prst="rect">
            <a:avLst/>
          </a:prstGeom>
        </p:spPr>
        <p:txBody>
          <a:bodyPr anchorCtr="0" anchor="t" bIns="487600" lIns="487600" spcFirstLastPara="1" rIns="487600" wrap="square" tIns="487600">
            <a:normAutofit/>
          </a:bodyPr>
          <a:lstStyle>
            <a:lvl1pPr indent="-635000" lvl="0" marL="457200">
              <a:spcBef>
                <a:spcPts val="0"/>
              </a:spcBef>
              <a:spcAft>
                <a:spcPts val="0"/>
              </a:spcAft>
              <a:buSzPts val="6400"/>
              <a:buChar char="●"/>
              <a:defRPr sz="6400"/>
            </a:lvl1pPr>
            <a:lvl2pPr indent="-635000" lvl="1" marL="914400">
              <a:spcBef>
                <a:spcPts val="0"/>
              </a:spcBef>
              <a:spcAft>
                <a:spcPts val="0"/>
              </a:spcAft>
              <a:buSzPts val="6400"/>
              <a:buChar char="○"/>
              <a:defRPr sz="6400"/>
            </a:lvl2pPr>
            <a:lvl3pPr indent="-635000" lvl="2" marL="1371600">
              <a:spcBef>
                <a:spcPts val="0"/>
              </a:spcBef>
              <a:spcAft>
                <a:spcPts val="0"/>
              </a:spcAft>
              <a:buSzPts val="6400"/>
              <a:buChar char="■"/>
              <a:defRPr sz="6400"/>
            </a:lvl3pPr>
            <a:lvl4pPr indent="-635000" lvl="3" marL="1828800">
              <a:spcBef>
                <a:spcPts val="0"/>
              </a:spcBef>
              <a:spcAft>
                <a:spcPts val="0"/>
              </a:spcAft>
              <a:buSzPts val="6400"/>
              <a:buChar char="●"/>
              <a:defRPr sz="6400"/>
            </a:lvl4pPr>
            <a:lvl5pPr indent="-635000" lvl="4" marL="2286000">
              <a:spcBef>
                <a:spcPts val="0"/>
              </a:spcBef>
              <a:spcAft>
                <a:spcPts val="0"/>
              </a:spcAft>
              <a:buSzPts val="6400"/>
              <a:buChar char="○"/>
              <a:defRPr sz="6400"/>
            </a:lvl5pPr>
            <a:lvl6pPr indent="-635000" lvl="5" marL="2743200">
              <a:spcBef>
                <a:spcPts val="0"/>
              </a:spcBef>
              <a:spcAft>
                <a:spcPts val="0"/>
              </a:spcAft>
              <a:buSzPts val="6400"/>
              <a:buChar char="■"/>
              <a:defRPr sz="6400"/>
            </a:lvl6pPr>
            <a:lvl7pPr indent="-635000" lvl="6" marL="3200400">
              <a:spcBef>
                <a:spcPts val="0"/>
              </a:spcBef>
              <a:spcAft>
                <a:spcPts val="0"/>
              </a:spcAft>
              <a:buSzPts val="6400"/>
              <a:buChar char="●"/>
              <a:defRPr sz="6400"/>
            </a:lvl7pPr>
            <a:lvl8pPr indent="-635000" lvl="7" marL="3657600">
              <a:spcBef>
                <a:spcPts val="0"/>
              </a:spcBef>
              <a:spcAft>
                <a:spcPts val="0"/>
              </a:spcAft>
              <a:buSzPts val="6400"/>
              <a:buChar char="○"/>
              <a:defRPr sz="6400"/>
            </a:lvl8pPr>
            <a:lvl9pPr indent="-635000" lvl="8" marL="4114800">
              <a:spcBef>
                <a:spcPts val="0"/>
              </a:spcBef>
              <a:spcAft>
                <a:spcPts val="0"/>
              </a:spcAft>
              <a:buSzPts val="6400"/>
              <a:buChar char="■"/>
              <a:defRPr sz="6400"/>
            </a:lvl9pPr>
          </a:lstStyle>
          <a:p/>
        </p:txBody>
      </p:sp>
      <p:sp>
        <p:nvSpPr>
          <p:cNvPr id="31" name="Google Shape;31;p7"/>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2353200" y="2880960"/>
            <a:ext cx="30565500" cy="26181000"/>
          </a:xfrm>
          <a:prstGeom prst="rect">
            <a:avLst/>
          </a:prstGeom>
        </p:spPr>
        <p:txBody>
          <a:bodyPr anchorCtr="0" anchor="ctr" bIns="487600" lIns="487600" spcFirstLastPara="1" rIns="487600" wrap="square" tIns="487600">
            <a:normAutofit/>
          </a:bodyPr>
          <a:lstStyle>
            <a:lvl1pPr lvl="0">
              <a:spcBef>
                <a:spcPts val="0"/>
              </a:spcBef>
              <a:spcAft>
                <a:spcPts val="0"/>
              </a:spcAft>
              <a:buSzPts val="25600"/>
              <a:buNone/>
              <a:defRPr sz="25600"/>
            </a:lvl1pPr>
            <a:lvl2pPr lvl="1">
              <a:spcBef>
                <a:spcPts val="0"/>
              </a:spcBef>
              <a:spcAft>
                <a:spcPts val="0"/>
              </a:spcAft>
              <a:buSzPts val="25600"/>
              <a:buNone/>
              <a:defRPr sz="25600"/>
            </a:lvl2pPr>
            <a:lvl3pPr lvl="2">
              <a:spcBef>
                <a:spcPts val="0"/>
              </a:spcBef>
              <a:spcAft>
                <a:spcPts val="0"/>
              </a:spcAft>
              <a:buSzPts val="25600"/>
              <a:buNone/>
              <a:defRPr sz="25600"/>
            </a:lvl3pPr>
            <a:lvl4pPr lvl="3">
              <a:spcBef>
                <a:spcPts val="0"/>
              </a:spcBef>
              <a:spcAft>
                <a:spcPts val="0"/>
              </a:spcAft>
              <a:buSzPts val="25600"/>
              <a:buNone/>
              <a:defRPr sz="25600"/>
            </a:lvl4pPr>
            <a:lvl5pPr lvl="4">
              <a:spcBef>
                <a:spcPts val="0"/>
              </a:spcBef>
              <a:spcAft>
                <a:spcPts val="0"/>
              </a:spcAft>
              <a:buSzPts val="25600"/>
              <a:buNone/>
              <a:defRPr sz="25600"/>
            </a:lvl5pPr>
            <a:lvl6pPr lvl="5">
              <a:spcBef>
                <a:spcPts val="0"/>
              </a:spcBef>
              <a:spcAft>
                <a:spcPts val="0"/>
              </a:spcAft>
              <a:buSzPts val="25600"/>
              <a:buNone/>
              <a:defRPr sz="25600"/>
            </a:lvl6pPr>
            <a:lvl7pPr lvl="6">
              <a:spcBef>
                <a:spcPts val="0"/>
              </a:spcBef>
              <a:spcAft>
                <a:spcPts val="0"/>
              </a:spcAft>
              <a:buSzPts val="25600"/>
              <a:buNone/>
              <a:defRPr sz="25600"/>
            </a:lvl7pPr>
            <a:lvl8pPr lvl="7">
              <a:spcBef>
                <a:spcPts val="0"/>
              </a:spcBef>
              <a:spcAft>
                <a:spcPts val="0"/>
              </a:spcAft>
              <a:buSzPts val="25600"/>
              <a:buNone/>
              <a:defRPr sz="25600"/>
            </a:lvl8pPr>
            <a:lvl9pPr lvl="8">
              <a:spcBef>
                <a:spcPts val="0"/>
              </a:spcBef>
              <a:spcAft>
                <a:spcPts val="0"/>
              </a:spcAft>
              <a:buSzPts val="25600"/>
              <a:buNone/>
              <a:defRPr sz="25600"/>
            </a:lvl9pPr>
          </a:lstStyle>
          <a:p/>
        </p:txBody>
      </p:sp>
      <p:sp>
        <p:nvSpPr>
          <p:cNvPr id="34" name="Google Shape;34;p8"/>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21945600" y="-800"/>
            <a:ext cx="21945600" cy="32918400"/>
          </a:xfrm>
          <a:prstGeom prst="rect">
            <a:avLst/>
          </a:prstGeom>
          <a:solidFill>
            <a:schemeClr val="lt2"/>
          </a:solidFill>
          <a:ln>
            <a:noFill/>
          </a:ln>
        </p:spPr>
        <p:txBody>
          <a:bodyPr anchorCtr="0" anchor="ctr" bIns="487600" lIns="487600" spcFirstLastPara="1" rIns="487600" wrap="square" tIns="48760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1274400" y="7892320"/>
            <a:ext cx="19416900" cy="9486600"/>
          </a:xfrm>
          <a:prstGeom prst="rect">
            <a:avLst/>
          </a:prstGeom>
        </p:spPr>
        <p:txBody>
          <a:bodyPr anchorCtr="0" anchor="b" bIns="487600" lIns="487600" spcFirstLastPara="1" rIns="487600" wrap="square" tIns="487600">
            <a:normAutofit/>
          </a:bodyPr>
          <a:lstStyle>
            <a:lvl1pPr lvl="0" algn="ctr">
              <a:spcBef>
                <a:spcPts val="0"/>
              </a:spcBef>
              <a:spcAft>
                <a:spcPts val="0"/>
              </a:spcAft>
              <a:buSzPts val="22400"/>
              <a:buNone/>
              <a:defRPr sz="22400"/>
            </a:lvl1pPr>
            <a:lvl2pPr lvl="1" algn="ctr">
              <a:spcBef>
                <a:spcPts val="0"/>
              </a:spcBef>
              <a:spcAft>
                <a:spcPts val="0"/>
              </a:spcAft>
              <a:buSzPts val="22400"/>
              <a:buNone/>
              <a:defRPr sz="22400"/>
            </a:lvl2pPr>
            <a:lvl3pPr lvl="2" algn="ctr">
              <a:spcBef>
                <a:spcPts val="0"/>
              </a:spcBef>
              <a:spcAft>
                <a:spcPts val="0"/>
              </a:spcAft>
              <a:buSzPts val="22400"/>
              <a:buNone/>
              <a:defRPr sz="22400"/>
            </a:lvl3pPr>
            <a:lvl4pPr lvl="3" algn="ctr">
              <a:spcBef>
                <a:spcPts val="0"/>
              </a:spcBef>
              <a:spcAft>
                <a:spcPts val="0"/>
              </a:spcAft>
              <a:buSzPts val="22400"/>
              <a:buNone/>
              <a:defRPr sz="22400"/>
            </a:lvl4pPr>
            <a:lvl5pPr lvl="4" algn="ctr">
              <a:spcBef>
                <a:spcPts val="0"/>
              </a:spcBef>
              <a:spcAft>
                <a:spcPts val="0"/>
              </a:spcAft>
              <a:buSzPts val="22400"/>
              <a:buNone/>
              <a:defRPr sz="22400"/>
            </a:lvl5pPr>
            <a:lvl6pPr lvl="5" algn="ctr">
              <a:spcBef>
                <a:spcPts val="0"/>
              </a:spcBef>
              <a:spcAft>
                <a:spcPts val="0"/>
              </a:spcAft>
              <a:buSzPts val="22400"/>
              <a:buNone/>
              <a:defRPr sz="22400"/>
            </a:lvl6pPr>
            <a:lvl7pPr lvl="6" algn="ctr">
              <a:spcBef>
                <a:spcPts val="0"/>
              </a:spcBef>
              <a:spcAft>
                <a:spcPts val="0"/>
              </a:spcAft>
              <a:buSzPts val="22400"/>
              <a:buNone/>
              <a:defRPr sz="22400"/>
            </a:lvl7pPr>
            <a:lvl8pPr lvl="7" algn="ctr">
              <a:spcBef>
                <a:spcPts val="0"/>
              </a:spcBef>
              <a:spcAft>
                <a:spcPts val="0"/>
              </a:spcAft>
              <a:buSzPts val="22400"/>
              <a:buNone/>
              <a:defRPr sz="22400"/>
            </a:lvl8pPr>
            <a:lvl9pPr lvl="8" algn="ctr">
              <a:spcBef>
                <a:spcPts val="0"/>
              </a:spcBef>
              <a:spcAft>
                <a:spcPts val="0"/>
              </a:spcAft>
              <a:buSzPts val="22400"/>
              <a:buNone/>
              <a:defRPr sz="22400"/>
            </a:lvl9pPr>
          </a:lstStyle>
          <a:p/>
        </p:txBody>
      </p:sp>
      <p:sp>
        <p:nvSpPr>
          <p:cNvPr id="38" name="Google Shape;38;p9"/>
          <p:cNvSpPr txBox="1"/>
          <p:nvPr>
            <p:ph idx="1" type="subTitle"/>
          </p:nvPr>
        </p:nvSpPr>
        <p:spPr>
          <a:xfrm>
            <a:off x="1274400" y="17939680"/>
            <a:ext cx="19416900" cy="7904700"/>
          </a:xfrm>
          <a:prstGeom prst="rect">
            <a:avLst/>
          </a:prstGeom>
        </p:spPr>
        <p:txBody>
          <a:bodyPr anchorCtr="0" anchor="t" bIns="487600" lIns="487600" spcFirstLastPara="1" rIns="487600" wrap="square" tIns="487600">
            <a:normAutofit/>
          </a:bodyPr>
          <a:lstStyle>
            <a:lvl1pPr lvl="0" algn="ctr">
              <a:lnSpc>
                <a:spcPct val="100000"/>
              </a:lnSpc>
              <a:spcBef>
                <a:spcPts val="0"/>
              </a:spcBef>
              <a:spcAft>
                <a:spcPts val="0"/>
              </a:spcAft>
              <a:buSzPts val="11200"/>
              <a:buNone/>
              <a:defRPr sz="11200"/>
            </a:lvl1pPr>
            <a:lvl2pPr lvl="1" algn="ctr">
              <a:lnSpc>
                <a:spcPct val="100000"/>
              </a:lnSpc>
              <a:spcBef>
                <a:spcPts val="0"/>
              </a:spcBef>
              <a:spcAft>
                <a:spcPts val="0"/>
              </a:spcAft>
              <a:buSzPts val="11200"/>
              <a:buNone/>
              <a:defRPr sz="11200"/>
            </a:lvl2pPr>
            <a:lvl3pPr lvl="2" algn="ctr">
              <a:lnSpc>
                <a:spcPct val="100000"/>
              </a:lnSpc>
              <a:spcBef>
                <a:spcPts val="0"/>
              </a:spcBef>
              <a:spcAft>
                <a:spcPts val="0"/>
              </a:spcAft>
              <a:buSzPts val="11200"/>
              <a:buNone/>
              <a:defRPr sz="11200"/>
            </a:lvl3pPr>
            <a:lvl4pPr lvl="3" algn="ctr">
              <a:lnSpc>
                <a:spcPct val="100000"/>
              </a:lnSpc>
              <a:spcBef>
                <a:spcPts val="0"/>
              </a:spcBef>
              <a:spcAft>
                <a:spcPts val="0"/>
              </a:spcAft>
              <a:buSzPts val="11200"/>
              <a:buNone/>
              <a:defRPr sz="11200"/>
            </a:lvl4pPr>
            <a:lvl5pPr lvl="4" algn="ctr">
              <a:lnSpc>
                <a:spcPct val="100000"/>
              </a:lnSpc>
              <a:spcBef>
                <a:spcPts val="0"/>
              </a:spcBef>
              <a:spcAft>
                <a:spcPts val="0"/>
              </a:spcAft>
              <a:buSzPts val="11200"/>
              <a:buNone/>
              <a:defRPr sz="11200"/>
            </a:lvl5pPr>
            <a:lvl6pPr lvl="5" algn="ctr">
              <a:lnSpc>
                <a:spcPct val="100000"/>
              </a:lnSpc>
              <a:spcBef>
                <a:spcPts val="0"/>
              </a:spcBef>
              <a:spcAft>
                <a:spcPts val="0"/>
              </a:spcAft>
              <a:buSzPts val="11200"/>
              <a:buNone/>
              <a:defRPr sz="11200"/>
            </a:lvl6pPr>
            <a:lvl7pPr lvl="6" algn="ctr">
              <a:lnSpc>
                <a:spcPct val="100000"/>
              </a:lnSpc>
              <a:spcBef>
                <a:spcPts val="0"/>
              </a:spcBef>
              <a:spcAft>
                <a:spcPts val="0"/>
              </a:spcAft>
              <a:buSzPts val="11200"/>
              <a:buNone/>
              <a:defRPr sz="11200"/>
            </a:lvl7pPr>
            <a:lvl8pPr lvl="7" algn="ctr">
              <a:lnSpc>
                <a:spcPct val="100000"/>
              </a:lnSpc>
              <a:spcBef>
                <a:spcPts val="0"/>
              </a:spcBef>
              <a:spcAft>
                <a:spcPts val="0"/>
              </a:spcAft>
              <a:buSzPts val="11200"/>
              <a:buNone/>
              <a:defRPr sz="11200"/>
            </a:lvl8pPr>
            <a:lvl9pPr lvl="8" algn="ctr">
              <a:lnSpc>
                <a:spcPct val="100000"/>
              </a:lnSpc>
              <a:spcBef>
                <a:spcPts val="0"/>
              </a:spcBef>
              <a:spcAft>
                <a:spcPts val="0"/>
              </a:spcAft>
              <a:buSzPts val="11200"/>
              <a:buNone/>
              <a:defRPr sz="11200"/>
            </a:lvl9pPr>
          </a:lstStyle>
          <a:p/>
        </p:txBody>
      </p:sp>
      <p:sp>
        <p:nvSpPr>
          <p:cNvPr id="39" name="Google Shape;39;p9"/>
          <p:cNvSpPr txBox="1"/>
          <p:nvPr>
            <p:ph idx="2" type="body"/>
          </p:nvPr>
        </p:nvSpPr>
        <p:spPr>
          <a:xfrm>
            <a:off x="23709600" y="4634080"/>
            <a:ext cx="18417600" cy="23648700"/>
          </a:xfrm>
          <a:prstGeom prst="rect">
            <a:avLst/>
          </a:prstGeom>
        </p:spPr>
        <p:txBody>
          <a:bodyPr anchorCtr="0" anchor="ctr" bIns="487600" lIns="487600" spcFirstLastPara="1" rIns="487600" wrap="square" tIns="487600">
            <a:normAutofit/>
          </a:bodyPr>
          <a:lstStyle>
            <a:lvl1pPr indent="-838200" lvl="0" marL="457200">
              <a:spcBef>
                <a:spcPts val="0"/>
              </a:spcBef>
              <a:spcAft>
                <a:spcPts val="0"/>
              </a:spcAft>
              <a:buSzPts val="9600"/>
              <a:buChar char="●"/>
              <a:defRPr/>
            </a:lvl1pPr>
            <a:lvl2pPr indent="-704850" lvl="1" marL="914400">
              <a:spcBef>
                <a:spcPts val="0"/>
              </a:spcBef>
              <a:spcAft>
                <a:spcPts val="0"/>
              </a:spcAft>
              <a:buSzPts val="7500"/>
              <a:buChar char="○"/>
              <a:defRPr/>
            </a:lvl2pPr>
            <a:lvl3pPr indent="-704850" lvl="2" marL="1371600">
              <a:spcBef>
                <a:spcPts val="0"/>
              </a:spcBef>
              <a:spcAft>
                <a:spcPts val="0"/>
              </a:spcAft>
              <a:buSzPts val="7500"/>
              <a:buChar char="■"/>
              <a:defRPr/>
            </a:lvl3pPr>
            <a:lvl4pPr indent="-704850" lvl="3" marL="1828800">
              <a:spcBef>
                <a:spcPts val="0"/>
              </a:spcBef>
              <a:spcAft>
                <a:spcPts val="0"/>
              </a:spcAft>
              <a:buSzPts val="7500"/>
              <a:buChar char="●"/>
              <a:defRPr/>
            </a:lvl4pPr>
            <a:lvl5pPr indent="-704850" lvl="4" marL="2286000">
              <a:spcBef>
                <a:spcPts val="0"/>
              </a:spcBef>
              <a:spcAft>
                <a:spcPts val="0"/>
              </a:spcAft>
              <a:buSzPts val="7500"/>
              <a:buChar char="○"/>
              <a:defRPr/>
            </a:lvl5pPr>
            <a:lvl6pPr indent="-704850" lvl="5" marL="2743200">
              <a:spcBef>
                <a:spcPts val="0"/>
              </a:spcBef>
              <a:spcAft>
                <a:spcPts val="0"/>
              </a:spcAft>
              <a:buSzPts val="7500"/>
              <a:buChar char="■"/>
              <a:defRPr/>
            </a:lvl6pPr>
            <a:lvl7pPr indent="-704850" lvl="6" marL="3200400">
              <a:spcBef>
                <a:spcPts val="0"/>
              </a:spcBef>
              <a:spcAft>
                <a:spcPts val="0"/>
              </a:spcAft>
              <a:buSzPts val="7500"/>
              <a:buChar char="●"/>
              <a:defRPr/>
            </a:lvl7pPr>
            <a:lvl8pPr indent="-704850" lvl="7" marL="3657600">
              <a:spcBef>
                <a:spcPts val="0"/>
              </a:spcBef>
              <a:spcAft>
                <a:spcPts val="0"/>
              </a:spcAft>
              <a:buSzPts val="7500"/>
              <a:buChar char="○"/>
              <a:defRPr/>
            </a:lvl8pPr>
            <a:lvl9pPr indent="-704850" lvl="8" marL="4114800">
              <a:spcBef>
                <a:spcPts val="0"/>
              </a:spcBef>
              <a:spcAft>
                <a:spcPts val="0"/>
              </a:spcAft>
              <a:buSzPts val="7500"/>
              <a:buChar char="■"/>
              <a:defRPr/>
            </a:lvl9pPr>
          </a:lstStyle>
          <a:p/>
        </p:txBody>
      </p:sp>
      <p:sp>
        <p:nvSpPr>
          <p:cNvPr id="40" name="Google Shape;40;p9"/>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1496160" y="27075680"/>
            <a:ext cx="28794300" cy="3872700"/>
          </a:xfrm>
          <a:prstGeom prst="rect">
            <a:avLst/>
          </a:prstGeom>
        </p:spPr>
        <p:txBody>
          <a:bodyPr anchorCtr="0" anchor="ctr" bIns="487600" lIns="487600" spcFirstLastPara="1" rIns="487600" wrap="square" tIns="487600">
            <a:normAutofit/>
          </a:bodyPr>
          <a:lstStyle>
            <a:lvl1pPr indent="-228600" lvl="0" marL="457200">
              <a:lnSpc>
                <a:spcPct val="100000"/>
              </a:lnSpc>
              <a:spcBef>
                <a:spcPts val="0"/>
              </a:spcBef>
              <a:spcAft>
                <a:spcPts val="0"/>
              </a:spcAft>
              <a:buSzPts val="9600"/>
              <a:buNone/>
              <a:defRPr/>
            </a:lvl1pPr>
          </a:lstStyle>
          <a:p/>
        </p:txBody>
      </p:sp>
      <p:sp>
        <p:nvSpPr>
          <p:cNvPr id="43" name="Google Shape;43;p10"/>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1496160" y="7079200"/>
            <a:ext cx="40899000" cy="12566400"/>
          </a:xfrm>
          <a:prstGeom prst="rect">
            <a:avLst/>
          </a:prstGeom>
        </p:spPr>
        <p:txBody>
          <a:bodyPr anchorCtr="0" anchor="b" bIns="487600" lIns="487600" spcFirstLastPara="1" rIns="487600" wrap="square" tIns="487600">
            <a:normAutofit/>
          </a:bodyPr>
          <a:lstStyle>
            <a:lvl1pPr lvl="0" algn="ctr">
              <a:spcBef>
                <a:spcPts val="0"/>
              </a:spcBef>
              <a:spcAft>
                <a:spcPts val="0"/>
              </a:spcAft>
              <a:buSzPts val="64000"/>
              <a:buNone/>
              <a:defRPr sz="64000"/>
            </a:lvl1pPr>
            <a:lvl2pPr lvl="1" algn="ctr">
              <a:spcBef>
                <a:spcPts val="0"/>
              </a:spcBef>
              <a:spcAft>
                <a:spcPts val="0"/>
              </a:spcAft>
              <a:buSzPts val="64000"/>
              <a:buNone/>
              <a:defRPr sz="64000"/>
            </a:lvl2pPr>
            <a:lvl3pPr lvl="2" algn="ctr">
              <a:spcBef>
                <a:spcPts val="0"/>
              </a:spcBef>
              <a:spcAft>
                <a:spcPts val="0"/>
              </a:spcAft>
              <a:buSzPts val="64000"/>
              <a:buNone/>
              <a:defRPr sz="64000"/>
            </a:lvl3pPr>
            <a:lvl4pPr lvl="3" algn="ctr">
              <a:spcBef>
                <a:spcPts val="0"/>
              </a:spcBef>
              <a:spcAft>
                <a:spcPts val="0"/>
              </a:spcAft>
              <a:buSzPts val="64000"/>
              <a:buNone/>
              <a:defRPr sz="64000"/>
            </a:lvl4pPr>
            <a:lvl5pPr lvl="4" algn="ctr">
              <a:spcBef>
                <a:spcPts val="0"/>
              </a:spcBef>
              <a:spcAft>
                <a:spcPts val="0"/>
              </a:spcAft>
              <a:buSzPts val="64000"/>
              <a:buNone/>
              <a:defRPr sz="64000"/>
            </a:lvl5pPr>
            <a:lvl6pPr lvl="5" algn="ctr">
              <a:spcBef>
                <a:spcPts val="0"/>
              </a:spcBef>
              <a:spcAft>
                <a:spcPts val="0"/>
              </a:spcAft>
              <a:buSzPts val="64000"/>
              <a:buNone/>
              <a:defRPr sz="64000"/>
            </a:lvl6pPr>
            <a:lvl7pPr lvl="6" algn="ctr">
              <a:spcBef>
                <a:spcPts val="0"/>
              </a:spcBef>
              <a:spcAft>
                <a:spcPts val="0"/>
              </a:spcAft>
              <a:buSzPts val="64000"/>
              <a:buNone/>
              <a:defRPr sz="64000"/>
            </a:lvl7pPr>
            <a:lvl8pPr lvl="7" algn="ctr">
              <a:spcBef>
                <a:spcPts val="0"/>
              </a:spcBef>
              <a:spcAft>
                <a:spcPts val="0"/>
              </a:spcAft>
              <a:buSzPts val="64000"/>
              <a:buNone/>
              <a:defRPr sz="64000"/>
            </a:lvl8pPr>
            <a:lvl9pPr lvl="8" algn="ctr">
              <a:spcBef>
                <a:spcPts val="0"/>
              </a:spcBef>
              <a:spcAft>
                <a:spcPts val="0"/>
              </a:spcAft>
              <a:buSzPts val="64000"/>
              <a:buNone/>
              <a:defRPr sz="64000"/>
            </a:lvl9pPr>
          </a:lstStyle>
          <a:p>
            <a:r>
              <a:t>xx%</a:t>
            </a:r>
          </a:p>
        </p:txBody>
      </p:sp>
      <p:sp>
        <p:nvSpPr>
          <p:cNvPr id="46" name="Google Shape;46;p11"/>
          <p:cNvSpPr txBox="1"/>
          <p:nvPr>
            <p:ph idx="1" type="body"/>
          </p:nvPr>
        </p:nvSpPr>
        <p:spPr>
          <a:xfrm>
            <a:off x="1496160" y="20174240"/>
            <a:ext cx="40899000" cy="8325000"/>
          </a:xfrm>
          <a:prstGeom prst="rect">
            <a:avLst/>
          </a:prstGeom>
        </p:spPr>
        <p:txBody>
          <a:bodyPr anchorCtr="0" anchor="t" bIns="487600" lIns="487600" spcFirstLastPara="1" rIns="487600" wrap="square" tIns="487600">
            <a:normAutofit/>
          </a:bodyPr>
          <a:lstStyle>
            <a:lvl1pPr indent="-838200" lvl="0" marL="457200" algn="ctr">
              <a:spcBef>
                <a:spcPts val="0"/>
              </a:spcBef>
              <a:spcAft>
                <a:spcPts val="0"/>
              </a:spcAft>
              <a:buSzPts val="9600"/>
              <a:buChar char="●"/>
              <a:defRPr/>
            </a:lvl1pPr>
            <a:lvl2pPr indent="-704850" lvl="1" marL="914400" algn="ctr">
              <a:spcBef>
                <a:spcPts val="0"/>
              </a:spcBef>
              <a:spcAft>
                <a:spcPts val="0"/>
              </a:spcAft>
              <a:buSzPts val="7500"/>
              <a:buChar char="○"/>
              <a:defRPr/>
            </a:lvl2pPr>
            <a:lvl3pPr indent="-704850" lvl="2" marL="1371600" algn="ctr">
              <a:spcBef>
                <a:spcPts val="0"/>
              </a:spcBef>
              <a:spcAft>
                <a:spcPts val="0"/>
              </a:spcAft>
              <a:buSzPts val="7500"/>
              <a:buChar char="■"/>
              <a:defRPr/>
            </a:lvl3pPr>
            <a:lvl4pPr indent="-704850" lvl="3" marL="1828800" algn="ctr">
              <a:spcBef>
                <a:spcPts val="0"/>
              </a:spcBef>
              <a:spcAft>
                <a:spcPts val="0"/>
              </a:spcAft>
              <a:buSzPts val="7500"/>
              <a:buChar char="●"/>
              <a:defRPr/>
            </a:lvl4pPr>
            <a:lvl5pPr indent="-704850" lvl="4" marL="2286000" algn="ctr">
              <a:spcBef>
                <a:spcPts val="0"/>
              </a:spcBef>
              <a:spcAft>
                <a:spcPts val="0"/>
              </a:spcAft>
              <a:buSzPts val="7500"/>
              <a:buChar char="○"/>
              <a:defRPr/>
            </a:lvl5pPr>
            <a:lvl6pPr indent="-704850" lvl="5" marL="2743200" algn="ctr">
              <a:spcBef>
                <a:spcPts val="0"/>
              </a:spcBef>
              <a:spcAft>
                <a:spcPts val="0"/>
              </a:spcAft>
              <a:buSzPts val="7500"/>
              <a:buChar char="■"/>
              <a:defRPr/>
            </a:lvl6pPr>
            <a:lvl7pPr indent="-704850" lvl="6" marL="3200400" algn="ctr">
              <a:spcBef>
                <a:spcPts val="0"/>
              </a:spcBef>
              <a:spcAft>
                <a:spcPts val="0"/>
              </a:spcAft>
              <a:buSzPts val="7500"/>
              <a:buChar char="●"/>
              <a:defRPr/>
            </a:lvl7pPr>
            <a:lvl8pPr indent="-704850" lvl="7" marL="3657600" algn="ctr">
              <a:spcBef>
                <a:spcPts val="0"/>
              </a:spcBef>
              <a:spcAft>
                <a:spcPts val="0"/>
              </a:spcAft>
              <a:buSzPts val="7500"/>
              <a:buChar char="○"/>
              <a:defRPr/>
            </a:lvl8pPr>
            <a:lvl9pPr indent="-704850" lvl="8" marL="4114800" algn="ctr">
              <a:spcBef>
                <a:spcPts val="0"/>
              </a:spcBef>
              <a:spcAft>
                <a:spcPts val="0"/>
              </a:spcAft>
              <a:buSzPts val="7500"/>
              <a:buChar char="■"/>
              <a:defRPr/>
            </a:lvl9pPr>
          </a:lstStyle>
          <a:p/>
        </p:txBody>
      </p:sp>
      <p:sp>
        <p:nvSpPr>
          <p:cNvPr id="47" name="Google Shape;47;p11"/>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3291840" y="5387342"/>
            <a:ext cx="37307520" cy="1146048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28800"/>
              <a:buFont typeface="Play"/>
              <a:buNone/>
              <a:defRPr sz="28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14"/>
          <p:cNvSpPr txBox="1"/>
          <p:nvPr>
            <p:ph idx="1" type="subTitle"/>
          </p:nvPr>
        </p:nvSpPr>
        <p:spPr>
          <a:xfrm>
            <a:off x="5486400" y="17289782"/>
            <a:ext cx="32918400" cy="7947658"/>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4800"/>
              </a:spcBef>
              <a:spcAft>
                <a:spcPts val="0"/>
              </a:spcAft>
              <a:buClr>
                <a:schemeClr val="dk1"/>
              </a:buClr>
              <a:buSzPts val="11520"/>
              <a:buNone/>
              <a:defRPr sz="11520"/>
            </a:lvl1pPr>
            <a:lvl2pPr lvl="1" algn="ctr">
              <a:lnSpc>
                <a:spcPct val="90000"/>
              </a:lnSpc>
              <a:spcBef>
                <a:spcPts val="2400"/>
              </a:spcBef>
              <a:spcAft>
                <a:spcPts val="0"/>
              </a:spcAft>
              <a:buClr>
                <a:schemeClr val="dk1"/>
              </a:buClr>
              <a:buSzPts val="9600"/>
              <a:buNone/>
              <a:defRPr sz="9600"/>
            </a:lvl2pPr>
            <a:lvl3pPr lvl="2" algn="ctr">
              <a:lnSpc>
                <a:spcPct val="90000"/>
              </a:lnSpc>
              <a:spcBef>
                <a:spcPts val="2400"/>
              </a:spcBef>
              <a:spcAft>
                <a:spcPts val="0"/>
              </a:spcAft>
              <a:buClr>
                <a:schemeClr val="dk1"/>
              </a:buClr>
              <a:buSzPts val="8640"/>
              <a:buNone/>
              <a:defRPr sz="8640"/>
            </a:lvl3pPr>
            <a:lvl4pPr lvl="3" algn="ctr">
              <a:lnSpc>
                <a:spcPct val="90000"/>
              </a:lnSpc>
              <a:spcBef>
                <a:spcPts val="2400"/>
              </a:spcBef>
              <a:spcAft>
                <a:spcPts val="0"/>
              </a:spcAft>
              <a:buClr>
                <a:schemeClr val="dk1"/>
              </a:buClr>
              <a:buSzPts val="7680"/>
              <a:buNone/>
              <a:defRPr sz="7680"/>
            </a:lvl4pPr>
            <a:lvl5pPr lvl="4" algn="ctr">
              <a:lnSpc>
                <a:spcPct val="90000"/>
              </a:lnSpc>
              <a:spcBef>
                <a:spcPts val="2400"/>
              </a:spcBef>
              <a:spcAft>
                <a:spcPts val="0"/>
              </a:spcAft>
              <a:buClr>
                <a:schemeClr val="dk1"/>
              </a:buClr>
              <a:buSzPts val="7680"/>
              <a:buNone/>
              <a:defRPr sz="7680"/>
            </a:lvl5pPr>
            <a:lvl6pPr lvl="5" algn="ctr">
              <a:lnSpc>
                <a:spcPct val="90000"/>
              </a:lnSpc>
              <a:spcBef>
                <a:spcPts val="2400"/>
              </a:spcBef>
              <a:spcAft>
                <a:spcPts val="0"/>
              </a:spcAft>
              <a:buClr>
                <a:schemeClr val="dk1"/>
              </a:buClr>
              <a:buSzPts val="7680"/>
              <a:buNone/>
              <a:defRPr sz="7680"/>
            </a:lvl6pPr>
            <a:lvl7pPr lvl="6" algn="ctr">
              <a:lnSpc>
                <a:spcPct val="90000"/>
              </a:lnSpc>
              <a:spcBef>
                <a:spcPts val="2400"/>
              </a:spcBef>
              <a:spcAft>
                <a:spcPts val="0"/>
              </a:spcAft>
              <a:buClr>
                <a:schemeClr val="dk1"/>
              </a:buClr>
              <a:buSzPts val="7680"/>
              <a:buNone/>
              <a:defRPr sz="7680"/>
            </a:lvl7pPr>
            <a:lvl8pPr lvl="7" algn="ctr">
              <a:lnSpc>
                <a:spcPct val="90000"/>
              </a:lnSpc>
              <a:spcBef>
                <a:spcPts val="2400"/>
              </a:spcBef>
              <a:spcAft>
                <a:spcPts val="0"/>
              </a:spcAft>
              <a:buClr>
                <a:schemeClr val="dk1"/>
              </a:buClr>
              <a:buSzPts val="7680"/>
              <a:buNone/>
              <a:defRPr sz="7680"/>
            </a:lvl8pPr>
            <a:lvl9pPr lvl="8" algn="ctr">
              <a:lnSpc>
                <a:spcPct val="90000"/>
              </a:lnSpc>
              <a:spcBef>
                <a:spcPts val="2400"/>
              </a:spcBef>
              <a:spcAft>
                <a:spcPts val="0"/>
              </a:spcAft>
              <a:buClr>
                <a:schemeClr val="dk1"/>
              </a:buClr>
              <a:buSzPts val="7680"/>
              <a:buNone/>
              <a:defRPr sz="7680"/>
            </a:lvl9pPr>
          </a:lstStyle>
          <a:p/>
        </p:txBody>
      </p:sp>
      <p:sp>
        <p:nvSpPr>
          <p:cNvPr id="59" name="Google Shape;59;p14"/>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4"/>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4"/>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3017520" y="1752607"/>
            <a:ext cx="3785616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5"/>
          <p:cNvSpPr txBox="1"/>
          <p:nvPr>
            <p:ph idx="1" type="body"/>
          </p:nvPr>
        </p:nvSpPr>
        <p:spPr>
          <a:xfrm>
            <a:off x="3017520" y="8763000"/>
            <a:ext cx="37856160" cy="208864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65" name="Google Shape;65;p15"/>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5"/>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5"/>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2994662" y="8206749"/>
            <a:ext cx="37856160" cy="1369313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800"/>
              <a:buFont typeface="Play"/>
              <a:buNone/>
              <a:defRPr sz="28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1" type="body"/>
          </p:nvPr>
        </p:nvSpPr>
        <p:spPr>
          <a:xfrm>
            <a:off x="2994662" y="22029429"/>
            <a:ext cx="37856160" cy="72008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0"/>
              </a:spcBef>
              <a:spcAft>
                <a:spcPts val="0"/>
              </a:spcAft>
              <a:buClr>
                <a:srgbClr val="757575"/>
              </a:buClr>
              <a:buSzPts val="11520"/>
              <a:buNone/>
              <a:defRPr sz="11520">
                <a:solidFill>
                  <a:srgbClr val="757575"/>
                </a:solidFill>
              </a:defRPr>
            </a:lvl1pPr>
            <a:lvl2pPr indent="-228600" lvl="1" marL="914400" algn="l">
              <a:lnSpc>
                <a:spcPct val="90000"/>
              </a:lnSpc>
              <a:spcBef>
                <a:spcPts val="2400"/>
              </a:spcBef>
              <a:spcAft>
                <a:spcPts val="0"/>
              </a:spcAft>
              <a:buClr>
                <a:srgbClr val="757575"/>
              </a:buClr>
              <a:buSzPts val="9600"/>
              <a:buNone/>
              <a:defRPr sz="9600">
                <a:solidFill>
                  <a:srgbClr val="757575"/>
                </a:solidFill>
              </a:defRPr>
            </a:lvl2pPr>
            <a:lvl3pPr indent="-228600" lvl="2" marL="1371600" algn="l">
              <a:lnSpc>
                <a:spcPct val="90000"/>
              </a:lnSpc>
              <a:spcBef>
                <a:spcPts val="2400"/>
              </a:spcBef>
              <a:spcAft>
                <a:spcPts val="0"/>
              </a:spcAft>
              <a:buClr>
                <a:srgbClr val="757575"/>
              </a:buClr>
              <a:buSzPts val="8640"/>
              <a:buNone/>
              <a:defRPr sz="8640">
                <a:solidFill>
                  <a:srgbClr val="757575"/>
                </a:solidFill>
              </a:defRPr>
            </a:lvl3pPr>
            <a:lvl4pPr indent="-228600" lvl="3" marL="1828800" algn="l">
              <a:lnSpc>
                <a:spcPct val="90000"/>
              </a:lnSpc>
              <a:spcBef>
                <a:spcPts val="2400"/>
              </a:spcBef>
              <a:spcAft>
                <a:spcPts val="0"/>
              </a:spcAft>
              <a:buClr>
                <a:srgbClr val="757575"/>
              </a:buClr>
              <a:buSzPts val="7680"/>
              <a:buNone/>
              <a:defRPr sz="7680">
                <a:solidFill>
                  <a:srgbClr val="757575"/>
                </a:solidFill>
              </a:defRPr>
            </a:lvl4pPr>
            <a:lvl5pPr indent="-228600" lvl="4" marL="2286000" algn="l">
              <a:lnSpc>
                <a:spcPct val="90000"/>
              </a:lnSpc>
              <a:spcBef>
                <a:spcPts val="2400"/>
              </a:spcBef>
              <a:spcAft>
                <a:spcPts val="0"/>
              </a:spcAft>
              <a:buClr>
                <a:srgbClr val="757575"/>
              </a:buClr>
              <a:buSzPts val="7680"/>
              <a:buNone/>
              <a:defRPr sz="7680">
                <a:solidFill>
                  <a:srgbClr val="757575"/>
                </a:solidFill>
              </a:defRPr>
            </a:lvl5pPr>
            <a:lvl6pPr indent="-228600" lvl="5" marL="2743200" algn="l">
              <a:lnSpc>
                <a:spcPct val="90000"/>
              </a:lnSpc>
              <a:spcBef>
                <a:spcPts val="2400"/>
              </a:spcBef>
              <a:spcAft>
                <a:spcPts val="0"/>
              </a:spcAft>
              <a:buClr>
                <a:srgbClr val="757575"/>
              </a:buClr>
              <a:buSzPts val="7680"/>
              <a:buNone/>
              <a:defRPr sz="7680">
                <a:solidFill>
                  <a:srgbClr val="757575"/>
                </a:solidFill>
              </a:defRPr>
            </a:lvl6pPr>
            <a:lvl7pPr indent="-228600" lvl="6" marL="3200400" algn="l">
              <a:lnSpc>
                <a:spcPct val="90000"/>
              </a:lnSpc>
              <a:spcBef>
                <a:spcPts val="2400"/>
              </a:spcBef>
              <a:spcAft>
                <a:spcPts val="0"/>
              </a:spcAft>
              <a:buClr>
                <a:srgbClr val="757575"/>
              </a:buClr>
              <a:buSzPts val="7680"/>
              <a:buNone/>
              <a:defRPr sz="7680">
                <a:solidFill>
                  <a:srgbClr val="757575"/>
                </a:solidFill>
              </a:defRPr>
            </a:lvl7pPr>
            <a:lvl8pPr indent="-228600" lvl="7" marL="3657600" algn="l">
              <a:lnSpc>
                <a:spcPct val="90000"/>
              </a:lnSpc>
              <a:spcBef>
                <a:spcPts val="2400"/>
              </a:spcBef>
              <a:spcAft>
                <a:spcPts val="0"/>
              </a:spcAft>
              <a:buClr>
                <a:srgbClr val="757575"/>
              </a:buClr>
              <a:buSzPts val="7680"/>
              <a:buNone/>
              <a:defRPr sz="7680">
                <a:solidFill>
                  <a:srgbClr val="757575"/>
                </a:solidFill>
              </a:defRPr>
            </a:lvl8pPr>
            <a:lvl9pPr indent="-228600" lvl="8" marL="4114800" algn="l">
              <a:lnSpc>
                <a:spcPct val="90000"/>
              </a:lnSpc>
              <a:spcBef>
                <a:spcPts val="2400"/>
              </a:spcBef>
              <a:spcAft>
                <a:spcPts val="0"/>
              </a:spcAft>
              <a:buClr>
                <a:srgbClr val="757575"/>
              </a:buClr>
              <a:buSzPts val="7680"/>
              <a:buNone/>
              <a:defRPr sz="7680">
                <a:solidFill>
                  <a:srgbClr val="757575"/>
                </a:solidFill>
              </a:defRPr>
            </a:lvl9pPr>
          </a:lstStyle>
          <a:p/>
        </p:txBody>
      </p:sp>
      <p:sp>
        <p:nvSpPr>
          <p:cNvPr id="71" name="Google Shape;71;p16"/>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6"/>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6"/>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3017520" y="1752607"/>
            <a:ext cx="3785616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7"/>
          <p:cNvSpPr txBox="1"/>
          <p:nvPr>
            <p:ph idx="1" type="body"/>
          </p:nvPr>
        </p:nvSpPr>
        <p:spPr>
          <a:xfrm>
            <a:off x="3017520" y="8763000"/>
            <a:ext cx="18653760" cy="208864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77" name="Google Shape;77;p17"/>
          <p:cNvSpPr txBox="1"/>
          <p:nvPr>
            <p:ph idx="2" type="body"/>
          </p:nvPr>
        </p:nvSpPr>
        <p:spPr>
          <a:xfrm>
            <a:off x="22219920" y="8763000"/>
            <a:ext cx="18653760" cy="208864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78" name="Google Shape;78;p17"/>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7"/>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7"/>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3023237" y="1752607"/>
            <a:ext cx="3785616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8"/>
          <p:cNvSpPr txBox="1"/>
          <p:nvPr>
            <p:ph idx="1" type="body"/>
          </p:nvPr>
        </p:nvSpPr>
        <p:spPr>
          <a:xfrm>
            <a:off x="3023242" y="8069582"/>
            <a:ext cx="18568032" cy="395477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4800"/>
              </a:spcBef>
              <a:spcAft>
                <a:spcPts val="0"/>
              </a:spcAft>
              <a:buClr>
                <a:schemeClr val="dk1"/>
              </a:buClr>
              <a:buSzPts val="11520"/>
              <a:buNone/>
              <a:defRPr b="1" sz="11520"/>
            </a:lvl1pPr>
            <a:lvl2pPr indent="-228600" lvl="1" marL="914400" algn="l">
              <a:lnSpc>
                <a:spcPct val="90000"/>
              </a:lnSpc>
              <a:spcBef>
                <a:spcPts val="2400"/>
              </a:spcBef>
              <a:spcAft>
                <a:spcPts val="0"/>
              </a:spcAft>
              <a:buClr>
                <a:schemeClr val="dk1"/>
              </a:buClr>
              <a:buSzPts val="9600"/>
              <a:buNone/>
              <a:defRPr b="1" sz="9600"/>
            </a:lvl2pPr>
            <a:lvl3pPr indent="-228600" lvl="2" marL="1371600" algn="l">
              <a:lnSpc>
                <a:spcPct val="90000"/>
              </a:lnSpc>
              <a:spcBef>
                <a:spcPts val="2400"/>
              </a:spcBef>
              <a:spcAft>
                <a:spcPts val="0"/>
              </a:spcAft>
              <a:buClr>
                <a:schemeClr val="dk1"/>
              </a:buClr>
              <a:buSzPts val="8640"/>
              <a:buNone/>
              <a:defRPr b="1" sz="8640"/>
            </a:lvl3pPr>
            <a:lvl4pPr indent="-228600" lvl="3" marL="1828800" algn="l">
              <a:lnSpc>
                <a:spcPct val="90000"/>
              </a:lnSpc>
              <a:spcBef>
                <a:spcPts val="2400"/>
              </a:spcBef>
              <a:spcAft>
                <a:spcPts val="0"/>
              </a:spcAft>
              <a:buClr>
                <a:schemeClr val="dk1"/>
              </a:buClr>
              <a:buSzPts val="7680"/>
              <a:buNone/>
              <a:defRPr b="1" sz="7680"/>
            </a:lvl4pPr>
            <a:lvl5pPr indent="-228600" lvl="4" marL="2286000" algn="l">
              <a:lnSpc>
                <a:spcPct val="90000"/>
              </a:lnSpc>
              <a:spcBef>
                <a:spcPts val="2400"/>
              </a:spcBef>
              <a:spcAft>
                <a:spcPts val="0"/>
              </a:spcAft>
              <a:buClr>
                <a:schemeClr val="dk1"/>
              </a:buClr>
              <a:buSzPts val="7680"/>
              <a:buNone/>
              <a:defRPr b="1" sz="7680"/>
            </a:lvl5pPr>
            <a:lvl6pPr indent="-228600" lvl="5" marL="2743200" algn="l">
              <a:lnSpc>
                <a:spcPct val="90000"/>
              </a:lnSpc>
              <a:spcBef>
                <a:spcPts val="2400"/>
              </a:spcBef>
              <a:spcAft>
                <a:spcPts val="0"/>
              </a:spcAft>
              <a:buClr>
                <a:schemeClr val="dk1"/>
              </a:buClr>
              <a:buSzPts val="7680"/>
              <a:buNone/>
              <a:defRPr b="1" sz="7680"/>
            </a:lvl6pPr>
            <a:lvl7pPr indent="-228600" lvl="6" marL="3200400" algn="l">
              <a:lnSpc>
                <a:spcPct val="90000"/>
              </a:lnSpc>
              <a:spcBef>
                <a:spcPts val="2400"/>
              </a:spcBef>
              <a:spcAft>
                <a:spcPts val="0"/>
              </a:spcAft>
              <a:buClr>
                <a:schemeClr val="dk1"/>
              </a:buClr>
              <a:buSzPts val="7680"/>
              <a:buNone/>
              <a:defRPr b="1" sz="7680"/>
            </a:lvl7pPr>
            <a:lvl8pPr indent="-228600" lvl="7" marL="3657600" algn="l">
              <a:lnSpc>
                <a:spcPct val="90000"/>
              </a:lnSpc>
              <a:spcBef>
                <a:spcPts val="2400"/>
              </a:spcBef>
              <a:spcAft>
                <a:spcPts val="0"/>
              </a:spcAft>
              <a:buClr>
                <a:schemeClr val="dk1"/>
              </a:buClr>
              <a:buSzPts val="7680"/>
              <a:buNone/>
              <a:defRPr b="1" sz="7680"/>
            </a:lvl8pPr>
            <a:lvl9pPr indent="-228600" lvl="8" marL="4114800" algn="l">
              <a:lnSpc>
                <a:spcPct val="90000"/>
              </a:lnSpc>
              <a:spcBef>
                <a:spcPts val="2400"/>
              </a:spcBef>
              <a:spcAft>
                <a:spcPts val="0"/>
              </a:spcAft>
              <a:buClr>
                <a:schemeClr val="dk1"/>
              </a:buClr>
              <a:buSzPts val="7680"/>
              <a:buNone/>
              <a:defRPr b="1" sz="7680"/>
            </a:lvl9pPr>
          </a:lstStyle>
          <a:p/>
        </p:txBody>
      </p:sp>
      <p:sp>
        <p:nvSpPr>
          <p:cNvPr id="84" name="Google Shape;84;p18"/>
          <p:cNvSpPr txBox="1"/>
          <p:nvPr>
            <p:ph idx="2" type="body"/>
          </p:nvPr>
        </p:nvSpPr>
        <p:spPr>
          <a:xfrm>
            <a:off x="3023242" y="12024360"/>
            <a:ext cx="18568032" cy="176860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85" name="Google Shape;85;p18"/>
          <p:cNvSpPr txBox="1"/>
          <p:nvPr>
            <p:ph idx="3" type="body"/>
          </p:nvPr>
        </p:nvSpPr>
        <p:spPr>
          <a:xfrm>
            <a:off x="22219922" y="8069582"/>
            <a:ext cx="18659477" cy="395477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4800"/>
              </a:spcBef>
              <a:spcAft>
                <a:spcPts val="0"/>
              </a:spcAft>
              <a:buClr>
                <a:schemeClr val="dk1"/>
              </a:buClr>
              <a:buSzPts val="11520"/>
              <a:buNone/>
              <a:defRPr b="1" sz="11520"/>
            </a:lvl1pPr>
            <a:lvl2pPr indent="-228600" lvl="1" marL="914400" algn="l">
              <a:lnSpc>
                <a:spcPct val="90000"/>
              </a:lnSpc>
              <a:spcBef>
                <a:spcPts val="2400"/>
              </a:spcBef>
              <a:spcAft>
                <a:spcPts val="0"/>
              </a:spcAft>
              <a:buClr>
                <a:schemeClr val="dk1"/>
              </a:buClr>
              <a:buSzPts val="9600"/>
              <a:buNone/>
              <a:defRPr b="1" sz="9600"/>
            </a:lvl2pPr>
            <a:lvl3pPr indent="-228600" lvl="2" marL="1371600" algn="l">
              <a:lnSpc>
                <a:spcPct val="90000"/>
              </a:lnSpc>
              <a:spcBef>
                <a:spcPts val="2400"/>
              </a:spcBef>
              <a:spcAft>
                <a:spcPts val="0"/>
              </a:spcAft>
              <a:buClr>
                <a:schemeClr val="dk1"/>
              </a:buClr>
              <a:buSzPts val="8640"/>
              <a:buNone/>
              <a:defRPr b="1" sz="8640"/>
            </a:lvl3pPr>
            <a:lvl4pPr indent="-228600" lvl="3" marL="1828800" algn="l">
              <a:lnSpc>
                <a:spcPct val="90000"/>
              </a:lnSpc>
              <a:spcBef>
                <a:spcPts val="2400"/>
              </a:spcBef>
              <a:spcAft>
                <a:spcPts val="0"/>
              </a:spcAft>
              <a:buClr>
                <a:schemeClr val="dk1"/>
              </a:buClr>
              <a:buSzPts val="7680"/>
              <a:buNone/>
              <a:defRPr b="1" sz="7680"/>
            </a:lvl4pPr>
            <a:lvl5pPr indent="-228600" lvl="4" marL="2286000" algn="l">
              <a:lnSpc>
                <a:spcPct val="90000"/>
              </a:lnSpc>
              <a:spcBef>
                <a:spcPts val="2400"/>
              </a:spcBef>
              <a:spcAft>
                <a:spcPts val="0"/>
              </a:spcAft>
              <a:buClr>
                <a:schemeClr val="dk1"/>
              </a:buClr>
              <a:buSzPts val="7680"/>
              <a:buNone/>
              <a:defRPr b="1" sz="7680"/>
            </a:lvl5pPr>
            <a:lvl6pPr indent="-228600" lvl="5" marL="2743200" algn="l">
              <a:lnSpc>
                <a:spcPct val="90000"/>
              </a:lnSpc>
              <a:spcBef>
                <a:spcPts val="2400"/>
              </a:spcBef>
              <a:spcAft>
                <a:spcPts val="0"/>
              </a:spcAft>
              <a:buClr>
                <a:schemeClr val="dk1"/>
              </a:buClr>
              <a:buSzPts val="7680"/>
              <a:buNone/>
              <a:defRPr b="1" sz="7680"/>
            </a:lvl6pPr>
            <a:lvl7pPr indent="-228600" lvl="6" marL="3200400" algn="l">
              <a:lnSpc>
                <a:spcPct val="90000"/>
              </a:lnSpc>
              <a:spcBef>
                <a:spcPts val="2400"/>
              </a:spcBef>
              <a:spcAft>
                <a:spcPts val="0"/>
              </a:spcAft>
              <a:buClr>
                <a:schemeClr val="dk1"/>
              </a:buClr>
              <a:buSzPts val="7680"/>
              <a:buNone/>
              <a:defRPr b="1" sz="7680"/>
            </a:lvl7pPr>
            <a:lvl8pPr indent="-228600" lvl="7" marL="3657600" algn="l">
              <a:lnSpc>
                <a:spcPct val="90000"/>
              </a:lnSpc>
              <a:spcBef>
                <a:spcPts val="2400"/>
              </a:spcBef>
              <a:spcAft>
                <a:spcPts val="0"/>
              </a:spcAft>
              <a:buClr>
                <a:schemeClr val="dk1"/>
              </a:buClr>
              <a:buSzPts val="7680"/>
              <a:buNone/>
              <a:defRPr b="1" sz="7680"/>
            </a:lvl8pPr>
            <a:lvl9pPr indent="-228600" lvl="8" marL="4114800" algn="l">
              <a:lnSpc>
                <a:spcPct val="90000"/>
              </a:lnSpc>
              <a:spcBef>
                <a:spcPts val="2400"/>
              </a:spcBef>
              <a:spcAft>
                <a:spcPts val="0"/>
              </a:spcAft>
              <a:buClr>
                <a:schemeClr val="dk1"/>
              </a:buClr>
              <a:buSzPts val="7680"/>
              <a:buNone/>
              <a:defRPr b="1" sz="7680"/>
            </a:lvl9pPr>
          </a:lstStyle>
          <a:p/>
        </p:txBody>
      </p:sp>
      <p:sp>
        <p:nvSpPr>
          <p:cNvPr id="86" name="Google Shape;86;p18"/>
          <p:cNvSpPr txBox="1"/>
          <p:nvPr>
            <p:ph idx="4" type="body"/>
          </p:nvPr>
        </p:nvSpPr>
        <p:spPr>
          <a:xfrm>
            <a:off x="22219922" y="12024360"/>
            <a:ext cx="18659477" cy="176860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87" name="Google Shape;87;p18"/>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8"/>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8"/>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3017520" y="1752607"/>
            <a:ext cx="3785616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9"/>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9"/>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9"/>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0"/>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0"/>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3023237" y="2194560"/>
            <a:ext cx="14156054" cy="76809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5360"/>
              <a:buFont typeface="Play"/>
              <a:buNone/>
              <a:defRPr sz="153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21"/>
          <p:cNvSpPr txBox="1"/>
          <p:nvPr>
            <p:ph idx="1" type="body"/>
          </p:nvPr>
        </p:nvSpPr>
        <p:spPr>
          <a:xfrm>
            <a:off x="18659477" y="4739647"/>
            <a:ext cx="22219920" cy="23393400"/>
          </a:xfrm>
          <a:prstGeom prst="rect">
            <a:avLst/>
          </a:prstGeom>
          <a:noFill/>
          <a:ln>
            <a:noFill/>
          </a:ln>
        </p:spPr>
        <p:txBody>
          <a:bodyPr anchorCtr="0" anchor="t" bIns="45700" lIns="91425" spcFirstLastPara="1" rIns="91425" wrap="square" tIns="45700">
            <a:normAutofit/>
          </a:bodyPr>
          <a:lstStyle>
            <a:lvl1pPr indent="-1203960" lvl="0" marL="457200" algn="l">
              <a:lnSpc>
                <a:spcPct val="90000"/>
              </a:lnSpc>
              <a:spcBef>
                <a:spcPts val="4800"/>
              </a:spcBef>
              <a:spcAft>
                <a:spcPts val="0"/>
              </a:spcAft>
              <a:buClr>
                <a:schemeClr val="dk1"/>
              </a:buClr>
              <a:buSzPts val="15360"/>
              <a:buChar char="•"/>
              <a:defRPr sz="15360"/>
            </a:lvl1pPr>
            <a:lvl2pPr indent="-1082040" lvl="1" marL="914400" algn="l">
              <a:lnSpc>
                <a:spcPct val="90000"/>
              </a:lnSpc>
              <a:spcBef>
                <a:spcPts val="2400"/>
              </a:spcBef>
              <a:spcAft>
                <a:spcPts val="0"/>
              </a:spcAft>
              <a:buClr>
                <a:schemeClr val="dk1"/>
              </a:buClr>
              <a:buSzPts val="13440"/>
              <a:buChar char="•"/>
              <a:defRPr sz="13439"/>
            </a:lvl2pPr>
            <a:lvl3pPr indent="-960120" lvl="2" marL="1371600" algn="l">
              <a:lnSpc>
                <a:spcPct val="90000"/>
              </a:lnSpc>
              <a:spcBef>
                <a:spcPts val="2400"/>
              </a:spcBef>
              <a:spcAft>
                <a:spcPts val="0"/>
              </a:spcAft>
              <a:buClr>
                <a:schemeClr val="dk1"/>
              </a:buClr>
              <a:buSzPts val="11520"/>
              <a:buChar char="•"/>
              <a:defRPr sz="11520"/>
            </a:lvl3pPr>
            <a:lvl4pPr indent="-838200" lvl="3" marL="1828800" algn="l">
              <a:lnSpc>
                <a:spcPct val="90000"/>
              </a:lnSpc>
              <a:spcBef>
                <a:spcPts val="2400"/>
              </a:spcBef>
              <a:spcAft>
                <a:spcPts val="0"/>
              </a:spcAft>
              <a:buClr>
                <a:schemeClr val="dk1"/>
              </a:buClr>
              <a:buSzPts val="9600"/>
              <a:buChar char="•"/>
              <a:defRPr sz="9600"/>
            </a:lvl4pPr>
            <a:lvl5pPr indent="-838200" lvl="4" marL="2286000" algn="l">
              <a:lnSpc>
                <a:spcPct val="90000"/>
              </a:lnSpc>
              <a:spcBef>
                <a:spcPts val="2400"/>
              </a:spcBef>
              <a:spcAft>
                <a:spcPts val="0"/>
              </a:spcAft>
              <a:buClr>
                <a:schemeClr val="dk1"/>
              </a:buClr>
              <a:buSzPts val="9600"/>
              <a:buChar char="•"/>
              <a:defRPr sz="9600"/>
            </a:lvl5pPr>
            <a:lvl6pPr indent="-838200" lvl="5" marL="2743200" algn="l">
              <a:lnSpc>
                <a:spcPct val="90000"/>
              </a:lnSpc>
              <a:spcBef>
                <a:spcPts val="2400"/>
              </a:spcBef>
              <a:spcAft>
                <a:spcPts val="0"/>
              </a:spcAft>
              <a:buClr>
                <a:schemeClr val="dk1"/>
              </a:buClr>
              <a:buSzPts val="9600"/>
              <a:buChar char="•"/>
              <a:defRPr sz="9600"/>
            </a:lvl6pPr>
            <a:lvl7pPr indent="-838200" lvl="6" marL="3200400" algn="l">
              <a:lnSpc>
                <a:spcPct val="90000"/>
              </a:lnSpc>
              <a:spcBef>
                <a:spcPts val="2400"/>
              </a:spcBef>
              <a:spcAft>
                <a:spcPts val="0"/>
              </a:spcAft>
              <a:buClr>
                <a:schemeClr val="dk1"/>
              </a:buClr>
              <a:buSzPts val="9600"/>
              <a:buChar char="•"/>
              <a:defRPr sz="9600"/>
            </a:lvl7pPr>
            <a:lvl8pPr indent="-838200" lvl="7" marL="3657600" algn="l">
              <a:lnSpc>
                <a:spcPct val="90000"/>
              </a:lnSpc>
              <a:spcBef>
                <a:spcPts val="2400"/>
              </a:spcBef>
              <a:spcAft>
                <a:spcPts val="0"/>
              </a:spcAft>
              <a:buClr>
                <a:schemeClr val="dk1"/>
              </a:buClr>
              <a:buSzPts val="9600"/>
              <a:buChar char="•"/>
              <a:defRPr sz="9600"/>
            </a:lvl8pPr>
            <a:lvl9pPr indent="-838200" lvl="8" marL="4114800" algn="l">
              <a:lnSpc>
                <a:spcPct val="90000"/>
              </a:lnSpc>
              <a:spcBef>
                <a:spcPts val="2400"/>
              </a:spcBef>
              <a:spcAft>
                <a:spcPts val="0"/>
              </a:spcAft>
              <a:buClr>
                <a:schemeClr val="dk1"/>
              </a:buClr>
              <a:buSzPts val="9600"/>
              <a:buChar char="•"/>
              <a:defRPr sz="9600"/>
            </a:lvl9pPr>
          </a:lstStyle>
          <a:p/>
        </p:txBody>
      </p:sp>
      <p:sp>
        <p:nvSpPr>
          <p:cNvPr id="102" name="Google Shape;102;p21"/>
          <p:cNvSpPr txBox="1"/>
          <p:nvPr>
            <p:ph idx="2" type="body"/>
          </p:nvPr>
        </p:nvSpPr>
        <p:spPr>
          <a:xfrm>
            <a:off x="3023237" y="9875520"/>
            <a:ext cx="14156054" cy="1829562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0"/>
              </a:spcBef>
              <a:spcAft>
                <a:spcPts val="0"/>
              </a:spcAft>
              <a:buClr>
                <a:schemeClr val="dk1"/>
              </a:buClr>
              <a:buSzPts val="7680"/>
              <a:buNone/>
              <a:defRPr sz="7680"/>
            </a:lvl1pPr>
            <a:lvl2pPr indent="-228600" lvl="1" marL="914400" algn="l">
              <a:lnSpc>
                <a:spcPct val="90000"/>
              </a:lnSpc>
              <a:spcBef>
                <a:spcPts val="2400"/>
              </a:spcBef>
              <a:spcAft>
                <a:spcPts val="0"/>
              </a:spcAft>
              <a:buClr>
                <a:schemeClr val="dk1"/>
              </a:buClr>
              <a:buSzPts val="6720"/>
              <a:buNone/>
              <a:defRPr sz="6719"/>
            </a:lvl2pPr>
            <a:lvl3pPr indent="-228600" lvl="2" marL="1371600" algn="l">
              <a:lnSpc>
                <a:spcPct val="90000"/>
              </a:lnSpc>
              <a:spcBef>
                <a:spcPts val="2400"/>
              </a:spcBef>
              <a:spcAft>
                <a:spcPts val="0"/>
              </a:spcAft>
              <a:buClr>
                <a:schemeClr val="dk1"/>
              </a:buClr>
              <a:buSzPts val="5760"/>
              <a:buNone/>
              <a:defRPr sz="5760"/>
            </a:lvl3pPr>
            <a:lvl4pPr indent="-228600" lvl="3" marL="1828800" algn="l">
              <a:lnSpc>
                <a:spcPct val="90000"/>
              </a:lnSpc>
              <a:spcBef>
                <a:spcPts val="2400"/>
              </a:spcBef>
              <a:spcAft>
                <a:spcPts val="0"/>
              </a:spcAft>
              <a:buClr>
                <a:schemeClr val="dk1"/>
              </a:buClr>
              <a:buSzPts val="4800"/>
              <a:buNone/>
              <a:defRPr sz="4800"/>
            </a:lvl4pPr>
            <a:lvl5pPr indent="-228600" lvl="4" marL="2286000" algn="l">
              <a:lnSpc>
                <a:spcPct val="90000"/>
              </a:lnSpc>
              <a:spcBef>
                <a:spcPts val="2400"/>
              </a:spcBef>
              <a:spcAft>
                <a:spcPts val="0"/>
              </a:spcAft>
              <a:buClr>
                <a:schemeClr val="dk1"/>
              </a:buClr>
              <a:buSzPts val="4800"/>
              <a:buNone/>
              <a:defRPr sz="4800"/>
            </a:lvl5pPr>
            <a:lvl6pPr indent="-228600" lvl="5" marL="2743200" algn="l">
              <a:lnSpc>
                <a:spcPct val="90000"/>
              </a:lnSpc>
              <a:spcBef>
                <a:spcPts val="2400"/>
              </a:spcBef>
              <a:spcAft>
                <a:spcPts val="0"/>
              </a:spcAft>
              <a:buClr>
                <a:schemeClr val="dk1"/>
              </a:buClr>
              <a:buSzPts val="4800"/>
              <a:buNone/>
              <a:defRPr sz="4800"/>
            </a:lvl6pPr>
            <a:lvl7pPr indent="-228600" lvl="6" marL="3200400" algn="l">
              <a:lnSpc>
                <a:spcPct val="90000"/>
              </a:lnSpc>
              <a:spcBef>
                <a:spcPts val="2400"/>
              </a:spcBef>
              <a:spcAft>
                <a:spcPts val="0"/>
              </a:spcAft>
              <a:buClr>
                <a:schemeClr val="dk1"/>
              </a:buClr>
              <a:buSzPts val="4800"/>
              <a:buNone/>
              <a:defRPr sz="4800"/>
            </a:lvl7pPr>
            <a:lvl8pPr indent="-228600" lvl="7" marL="3657600" algn="l">
              <a:lnSpc>
                <a:spcPct val="90000"/>
              </a:lnSpc>
              <a:spcBef>
                <a:spcPts val="2400"/>
              </a:spcBef>
              <a:spcAft>
                <a:spcPts val="0"/>
              </a:spcAft>
              <a:buClr>
                <a:schemeClr val="dk1"/>
              </a:buClr>
              <a:buSzPts val="4800"/>
              <a:buNone/>
              <a:defRPr sz="4800"/>
            </a:lvl8pPr>
            <a:lvl9pPr indent="-228600" lvl="8" marL="4114800" algn="l">
              <a:lnSpc>
                <a:spcPct val="90000"/>
              </a:lnSpc>
              <a:spcBef>
                <a:spcPts val="2400"/>
              </a:spcBef>
              <a:spcAft>
                <a:spcPts val="0"/>
              </a:spcAft>
              <a:buClr>
                <a:schemeClr val="dk1"/>
              </a:buClr>
              <a:buSzPts val="4800"/>
              <a:buNone/>
              <a:defRPr sz="4800"/>
            </a:lvl9pPr>
          </a:lstStyle>
          <a:p/>
        </p:txBody>
      </p:sp>
      <p:sp>
        <p:nvSpPr>
          <p:cNvPr id="103" name="Google Shape;103;p21"/>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1"/>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1"/>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3023237" y="2194560"/>
            <a:ext cx="14156054" cy="76809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5360"/>
              <a:buFont typeface="Play"/>
              <a:buNone/>
              <a:defRPr sz="153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22"/>
          <p:cNvSpPr/>
          <p:nvPr>
            <p:ph idx="2" type="pic"/>
          </p:nvPr>
        </p:nvSpPr>
        <p:spPr>
          <a:xfrm>
            <a:off x="18659477" y="4739647"/>
            <a:ext cx="22219920" cy="23393400"/>
          </a:xfrm>
          <a:prstGeom prst="rect">
            <a:avLst/>
          </a:prstGeom>
          <a:noFill/>
          <a:ln>
            <a:noFill/>
          </a:ln>
        </p:spPr>
      </p:sp>
      <p:sp>
        <p:nvSpPr>
          <p:cNvPr id="109" name="Google Shape;109;p22"/>
          <p:cNvSpPr txBox="1"/>
          <p:nvPr>
            <p:ph idx="1" type="body"/>
          </p:nvPr>
        </p:nvSpPr>
        <p:spPr>
          <a:xfrm>
            <a:off x="3023237" y="9875520"/>
            <a:ext cx="14156054" cy="1829562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0"/>
              </a:spcBef>
              <a:spcAft>
                <a:spcPts val="0"/>
              </a:spcAft>
              <a:buClr>
                <a:schemeClr val="dk1"/>
              </a:buClr>
              <a:buSzPts val="7680"/>
              <a:buNone/>
              <a:defRPr sz="7680"/>
            </a:lvl1pPr>
            <a:lvl2pPr indent="-228600" lvl="1" marL="914400" algn="l">
              <a:lnSpc>
                <a:spcPct val="90000"/>
              </a:lnSpc>
              <a:spcBef>
                <a:spcPts val="2400"/>
              </a:spcBef>
              <a:spcAft>
                <a:spcPts val="0"/>
              </a:spcAft>
              <a:buClr>
                <a:schemeClr val="dk1"/>
              </a:buClr>
              <a:buSzPts val="6720"/>
              <a:buNone/>
              <a:defRPr sz="6719"/>
            </a:lvl2pPr>
            <a:lvl3pPr indent="-228600" lvl="2" marL="1371600" algn="l">
              <a:lnSpc>
                <a:spcPct val="90000"/>
              </a:lnSpc>
              <a:spcBef>
                <a:spcPts val="2400"/>
              </a:spcBef>
              <a:spcAft>
                <a:spcPts val="0"/>
              </a:spcAft>
              <a:buClr>
                <a:schemeClr val="dk1"/>
              </a:buClr>
              <a:buSzPts val="5760"/>
              <a:buNone/>
              <a:defRPr sz="5760"/>
            </a:lvl3pPr>
            <a:lvl4pPr indent="-228600" lvl="3" marL="1828800" algn="l">
              <a:lnSpc>
                <a:spcPct val="90000"/>
              </a:lnSpc>
              <a:spcBef>
                <a:spcPts val="2400"/>
              </a:spcBef>
              <a:spcAft>
                <a:spcPts val="0"/>
              </a:spcAft>
              <a:buClr>
                <a:schemeClr val="dk1"/>
              </a:buClr>
              <a:buSzPts val="4800"/>
              <a:buNone/>
              <a:defRPr sz="4800"/>
            </a:lvl4pPr>
            <a:lvl5pPr indent="-228600" lvl="4" marL="2286000" algn="l">
              <a:lnSpc>
                <a:spcPct val="90000"/>
              </a:lnSpc>
              <a:spcBef>
                <a:spcPts val="2400"/>
              </a:spcBef>
              <a:spcAft>
                <a:spcPts val="0"/>
              </a:spcAft>
              <a:buClr>
                <a:schemeClr val="dk1"/>
              </a:buClr>
              <a:buSzPts val="4800"/>
              <a:buNone/>
              <a:defRPr sz="4800"/>
            </a:lvl5pPr>
            <a:lvl6pPr indent="-228600" lvl="5" marL="2743200" algn="l">
              <a:lnSpc>
                <a:spcPct val="90000"/>
              </a:lnSpc>
              <a:spcBef>
                <a:spcPts val="2400"/>
              </a:spcBef>
              <a:spcAft>
                <a:spcPts val="0"/>
              </a:spcAft>
              <a:buClr>
                <a:schemeClr val="dk1"/>
              </a:buClr>
              <a:buSzPts val="4800"/>
              <a:buNone/>
              <a:defRPr sz="4800"/>
            </a:lvl6pPr>
            <a:lvl7pPr indent="-228600" lvl="6" marL="3200400" algn="l">
              <a:lnSpc>
                <a:spcPct val="90000"/>
              </a:lnSpc>
              <a:spcBef>
                <a:spcPts val="2400"/>
              </a:spcBef>
              <a:spcAft>
                <a:spcPts val="0"/>
              </a:spcAft>
              <a:buClr>
                <a:schemeClr val="dk1"/>
              </a:buClr>
              <a:buSzPts val="4800"/>
              <a:buNone/>
              <a:defRPr sz="4800"/>
            </a:lvl7pPr>
            <a:lvl8pPr indent="-228600" lvl="7" marL="3657600" algn="l">
              <a:lnSpc>
                <a:spcPct val="90000"/>
              </a:lnSpc>
              <a:spcBef>
                <a:spcPts val="2400"/>
              </a:spcBef>
              <a:spcAft>
                <a:spcPts val="0"/>
              </a:spcAft>
              <a:buClr>
                <a:schemeClr val="dk1"/>
              </a:buClr>
              <a:buSzPts val="4800"/>
              <a:buNone/>
              <a:defRPr sz="4800"/>
            </a:lvl8pPr>
            <a:lvl9pPr indent="-228600" lvl="8" marL="4114800" algn="l">
              <a:lnSpc>
                <a:spcPct val="90000"/>
              </a:lnSpc>
              <a:spcBef>
                <a:spcPts val="2400"/>
              </a:spcBef>
              <a:spcAft>
                <a:spcPts val="0"/>
              </a:spcAft>
              <a:buClr>
                <a:schemeClr val="dk1"/>
              </a:buClr>
              <a:buSzPts val="4800"/>
              <a:buNone/>
              <a:defRPr sz="4800"/>
            </a:lvl9pPr>
          </a:lstStyle>
          <a:p/>
        </p:txBody>
      </p:sp>
      <p:sp>
        <p:nvSpPr>
          <p:cNvPr id="110" name="Google Shape;110;p22"/>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2"/>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22"/>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3017520" y="1752607"/>
            <a:ext cx="3785616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23"/>
          <p:cNvSpPr txBox="1"/>
          <p:nvPr>
            <p:ph idx="1" type="body"/>
          </p:nvPr>
        </p:nvSpPr>
        <p:spPr>
          <a:xfrm rot="5400000">
            <a:off x="11502389" y="278131"/>
            <a:ext cx="20886422" cy="3785616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116" name="Google Shape;116;p23"/>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3"/>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3"/>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2193251" y="10968991"/>
            <a:ext cx="27896822" cy="946404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24"/>
          <p:cNvSpPr txBox="1"/>
          <p:nvPr>
            <p:ph idx="1" type="body"/>
          </p:nvPr>
        </p:nvSpPr>
        <p:spPr>
          <a:xfrm rot="5400000">
            <a:off x="2990851" y="1779271"/>
            <a:ext cx="27896822" cy="27843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122" name="Google Shape;122;p24"/>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4"/>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4"/>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496160" y="2848160"/>
            <a:ext cx="40899000" cy="3665400"/>
          </a:xfrm>
          <a:prstGeom prst="rect">
            <a:avLst/>
          </a:prstGeom>
          <a:noFill/>
          <a:ln>
            <a:noFill/>
          </a:ln>
        </p:spPr>
        <p:txBody>
          <a:bodyPr anchorCtr="0" anchor="t" bIns="487600" lIns="487600" spcFirstLastPara="1" rIns="487600" wrap="square" tIns="487600">
            <a:normAutofit/>
          </a:bodyPr>
          <a:lstStyle>
            <a:lvl1pPr lvl="0">
              <a:spcBef>
                <a:spcPts val="0"/>
              </a:spcBef>
              <a:spcAft>
                <a:spcPts val="0"/>
              </a:spcAft>
              <a:buClr>
                <a:schemeClr val="dk1"/>
              </a:buClr>
              <a:buSzPts val="14900"/>
              <a:buNone/>
              <a:defRPr sz="14900">
                <a:solidFill>
                  <a:schemeClr val="dk1"/>
                </a:solidFill>
              </a:defRPr>
            </a:lvl1pPr>
            <a:lvl2pPr lvl="1">
              <a:spcBef>
                <a:spcPts val="0"/>
              </a:spcBef>
              <a:spcAft>
                <a:spcPts val="0"/>
              </a:spcAft>
              <a:buClr>
                <a:schemeClr val="dk1"/>
              </a:buClr>
              <a:buSzPts val="14900"/>
              <a:buNone/>
              <a:defRPr sz="14900">
                <a:solidFill>
                  <a:schemeClr val="dk1"/>
                </a:solidFill>
              </a:defRPr>
            </a:lvl2pPr>
            <a:lvl3pPr lvl="2">
              <a:spcBef>
                <a:spcPts val="0"/>
              </a:spcBef>
              <a:spcAft>
                <a:spcPts val="0"/>
              </a:spcAft>
              <a:buClr>
                <a:schemeClr val="dk1"/>
              </a:buClr>
              <a:buSzPts val="14900"/>
              <a:buNone/>
              <a:defRPr sz="14900">
                <a:solidFill>
                  <a:schemeClr val="dk1"/>
                </a:solidFill>
              </a:defRPr>
            </a:lvl3pPr>
            <a:lvl4pPr lvl="3">
              <a:spcBef>
                <a:spcPts val="0"/>
              </a:spcBef>
              <a:spcAft>
                <a:spcPts val="0"/>
              </a:spcAft>
              <a:buClr>
                <a:schemeClr val="dk1"/>
              </a:buClr>
              <a:buSzPts val="14900"/>
              <a:buNone/>
              <a:defRPr sz="14900">
                <a:solidFill>
                  <a:schemeClr val="dk1"/>
                </a:solidFill>
              </a:defRPr>
            </a:lvl4pPr>
            <a:lvl5pPr lvl="4">
              <a:spcBef>
                <a:spcPts val="0"/>
              </a:spcBef>
              <a:spcAft>
                <a:spcPts val="0"/>
              </a:spcAft>
              <a:buClr>
                <a:schemeClr val="dk1"/>
              </a:buClr>
              <a:buSzPts val="14900"/>
              <a:buNone/>
              <a:defRPr sz="14900">
                <a:solidFill>
                  <a:schemeClr val="dk1"/>
                </a:solidFill>
              </a:defRPr>
            </a:lvl5pPr>
            <a:lvl6pPr lvl="5">
              <a:spcBef>
                <a:spcPts val="0"/>
              </a:spcBef>
              <a:spcAft>
                <a:spcPts val="0"/>
              </a:spcAft>
              <a:buClr>
                <a:schemeClr val="dk1"/>
              </a:buClr>
              <a:buSzPts val="14900"/>
              <a:buNone/>
              <a:defRPr sz="14900">
                <a:solidFill>
                  <a:schemeClr val="dk1"/>
                </a:solidFill>
              </a:defRPr>
            </a:lvl6pPr>
            <a:lvl7pPr lvl="6">
              <a:spcBef>
                <a:spcPts val="0"/>
              </a:spcBef>
              <a:spcAft>
                <a:spcPts val="0"/>
              </a:spcAft>
              <a:buClr>
                <a:schemeClr val="dk1"/>
              </a:buClr>
              <a:buSzPts val="14900"/>
              <a:buNone/>
              <a:defRPr sz="14900">
                <a:solidFill>
                  <a:schemeClr val="dk1"/>
                </a:solidFill>
              </a:defRPr>
            </a:lvl7pPr>
            <a:lvl8pPr lvl="7">
              <a:spcBef>
                <a:spcPts val="0"/>
              </a:spcBef>
              <a:spcAft>
                <a:spcPts val="0"/>
              </a:spcAft>
              <a:buClr>
                <a:schemeClr val="dk1"/>
              </a:buClr>
              <a:buSzPts val="14900"/>
              <a:buNone/>
              <a:defRPr sz="14900">
                <a:solidFill>
                  <a:schemeClr val="dk1"/>
                </a:solidFill>
              </a:defRPr>
            </a:lvl8pPr>
            <a:lvl9pPr lvl="8">
              <a:spcBef>
                <a:spcPts val="0"/>
              </a:spcBef>
              <a:spcAft>
                <a:spcPts val="0"/>
              </a:spcAft>
              <a:buClr>
                <a:schemeClr val="dk1"/>
              </a:buClr>
              <a:buSzPts val="14900"/>
              <a:buNone/>
              <a:defRPr sz="14900">
                <a:solidFill>
                  <a:schemeClr val="dk1"/>
                </a:solidFill>
              </a:defRPr>
            </a:lvl9pPr>
          </a:lstStyle>
          <a:p/>
        </p:txBody>
      </p:sp>
      <p:sp>
        <p:nvSpPr>
          <p:cNvPr id="7" name="Google Shape;7;p1"/>
          <p:cNvSpPr txBox="1"/>
          <p:nvPr>
            <p:ph idx="1" type="body"/>
          </p:nvPr>
        </p:nvSpPr>
        <p:spPr>
          <a:xfrm>
            <a:off x="1496160" y="7375840"/>
            <a:ext cx="40899000" cy="21864900"/>
          </a:xfrm>
          <a:prstGeom prst="rect">
            <a:avLst/>
          </a:prstGeom>
          <a:noFill/>
          <a:ln>
            <a:noFill/>
          </a:ln>
        </p:spPr>
        <p:txBody>
          <a:bodyPr anchorCtr="0" anchor="t" bIns="487600" lIns="487600" spcFirstLastPara="1" rIns="487600" wrap="square" tIns="487600">
            <a:normAutofit/>
          </a:bodyPr>
          <a:lstStyle>
            <a:lvl1pPr indent="-838200" lvl="0" marL="457200">
              <a:lnSpc>
                <a:spcPct val="115000"/>
              </a:lnSpc>
              <a:spcBef>
                <a:spcPts val="0"/>
              </a:spcBef>
              <a:spcAft>
                <a:spcPts val="0"/>
              </a:spcAft>
              <a:buClr>
                <a:schemeClr val="dk2"/>
              </a:buClr>
              <a:buSzPts val="9600"/>
              <a:buChar char="●"/>
              <a:defRPr sz="9600">
                <a:solidFill>
                  <a:schemeClr val="dk2"/>
                </a:solidFill>
              </a:defRPr>
            </a:lvl1pPr>
            <a:lvl2pPr indent="-704850" lvl="1" marL="914400">
              <a:lnSpc>
                <a:spcPct val="115000"/>
              </a:lnSpc>
              <a:spcBef>
                <a:spcPts val="0"/>
              </a:spcBef>
              <a:spcAft>
                <a:spcPts val="0"/>
              </a:spcAft>
              <a:buClr>
                <a:schemeClr val="dk2"/>
              </a:buClr>
              <a:buSzPts val="7500"/>
              <a:buChar char="○"/>
              <a:defRPr sz="7500">
                <a:solidFill>
                  <a:schemeClr val="dk2"/>
                </a:solidFill>
              </a:defRPr>
            </a:lvl2pPr>
            <a:lvl3pPr indent="-704850" lvl="2" marL="1371600">
              <a:lnSpc>
                <a:spcPct val="115000"/>
              </a:lnSpc>
              <a:spcBef>
                <a:spcPts val="0"/>
              </a:spcBef>
              <a:spcAft>
                <a:spcPts val="0"/>
              </a:spcAft>
              <a:buClr>
                <a:schemeClr val="dk2"/>
              </a:buClr>
              <a:buSzPts val="7500"/>
              <a:buChar char="■"/>
              <a:defRPr sz="7500">
                <a:solidFill>
                  <a:schemeClr val="dk2"/>
                </a:solidFill>
              </a:defRPr>
            </a:lvl3pPr>
            <a:lvl4pPr indent="-704850" lvl="3" marL="1828800">
              <a:lnSpc>
                <a:spcPct val="115000"/>
              </a:lnSpc>
              <a:spcBef>
                <a:spcPts val="0"/>
              </a:spcBef>
              <a:spcAft>
                <a:spcPts val="0"/>
              </a:spcAft>
              <a:buClr>
                <a:schemeClr val="dk2"/>
              </a:buClr>
              <a:buSzPts val="7500"/>
              <a:buChar char="●"/>
              <a:defRPr sz="7500">
                <a:solidFill>
                  <a:schemeClr val="dk2"/>
                </a:solidFill>
              </a:defRPr>
            </a:lvl4pPr>
            <a:lvl5pPr indent="-704850" lvl="4" marL="2286000">
              <a:lnSpc>
                <a:spcPct val="115000"/>
              </a:lnSpc>
              <a:spcBef>
                <a:spcPts val="0"/>
              </a:spcBef>
              <a:spcAft>
                <a:spcPts val="0"/>
              </a:spcAft>
              <a:buClr>
                <a:schemeClr val="dk2"/>
              </a:buClr>
              <a:buSzPts val="7500"/>
              <a:buChar char="○"/>
              <a:defRPr sz="7500">
                <a:solidFill>
                  <a:schemeClr val="dk2"/>
                </a:solidFill>
              </a:defRPr>
            </a:lvl5pPr>
            <a:lvl6pPr indent="-704850" lvl="5" marL="2743200">
              <a:lnSpc>
                <a:spcPct val="115000"/>
              </a:lnSpc>
              <a:spcBef>
                <a:spcPts val="0"/>
              </a:spcBef>
              <a:spcAft>
                <a:spcPts val="0"/>
              </a:spcAft>
              <a:buClr>
                <a:schemeClr val="dk2"/>
              </a:buClr>
              <a:buSzPts val="7500"/>
              <a:buChar char="■"/>
              <a:defRPr sz="7500">
                <a:solidFill>
                  <a:schemeClr val="dk2"/>
                </a:solidFill>
              </a:defRPr>
            </a:lvl6pPr>
            <a:lvl7pPr indent="-704850" lvl="6" marL="3200400">
              <a:lnSpc>
                <a:spcPct val="115000"/>
              </a:lnSpc>
              <a:spcBef>
                <a:spcPts val="0"/>
              </a:spcBef>
              <a:spcAft>
                <a:spcPts val="0"/>
              </a:spcAft>
              <a:buClr>
                <a:schemeClr val="dk2"/>
              </a:buClr>
              <a:buSzPts val="7500"/>
              <a:buChar char="●"/>
              <a:defRPr sz="7500">
                <a:solidFill>
                  <a:schemeClr val="dk2"/>
                </a:solidFill>
              </a:defRPr>
            </a:lvl7pPr>
            <a:lvl8pPr indent="-704850" lvl="7" marL="3657600">
              <a:lnSpc>
                <a:spcPct val="115000"/>
              </a:lnSpc>
              <a:spcBef>
                <a:spcPts val="0"/>
              </a:spcBef>
              <a:spcAft>
                <a:spcPts val="0"/>
              </a:spcAft>
              <a:buClr>
                <a:schemeClr val="dk2"/>
              </a:buClr>
              <a:buSzPts val="7500"/>
              <a:buChar char="○"/>
              <a:defRPr sz="7500">
                <a:solidFill>
                  <a:schemeClr val="dk2"/>
                </a:solidFill>
              </a:defRPr>
            </a:lvl8pPr>
            <a:lvl9pPr indent="-704850" lvl="8" marL="4114800">
              <a:lnSpc>
                <a:spcPct val="115000"/>
              </a:lnSpc>
              <a:spcBef>
                <a:spcPts val="0"/>
              </a:spcBef>
              <a:spcAft>
                <a:spcPts val="0"/>
              </a:spcAft>
              <a:buClr>
                <a:schemeClr val="dk2"/>
              </a:buClr>
              <a:buSzPts val="7500"/>
              <a:buChar char="■"/>
              <a:defRPr sz="7500">
                <a:solidFill>
                  <a:schemeClr val="dk2"/>
                </a:solidFill>
              </a:defRPr>
            </a:lvl9pPr>
          </a:lstStyle>
          <a:p/>
        </p:txBody>
      </p:sp>
      <p:sp>
        <p:nvSpPr>
          <p:cNvPr id="8" name="Google Shape;8;p1"/>
          <p:cNvSpPr txBox="1"/>
          <p:nvPr>
            <p:ph idx="12" type="sldNum"/>
          </p:nvPr>
        </p:nvSpPr>
        <p:spPr>
          <a:xfrm>
            <a:off x="40667798" y="29844588"/>
            <a:ext cx="2633700" cy="2519100"/>
          </a:xfrm>
          <a:prstGeom prst="rect">
            <a:avLst/>
          </a:prstGeom>
          <a:noFill/>
          <a:ln>
            <a:noFill/>
          </a:ln>
        </p:spPr>
        <p:txBody>
          <a:bodyPr anchorCtr="0" anchor="ctr" bIns="487600" lIns="487600" spcFirstLastPara="1" rIns="487600" wrap="square" tIns="487600">
            <a:normAutofit/>
          </a:bodyPr>
          <a:lstStyle>
            <a:lvl1pPr lvl="0" algn="r">
              <a:buNone/>
              <a:defRPr sz="5300">
                <a:solidFill>
                  <a:schemeClr val="dk2"/>
                </a:solidFill>
              </a:defRPr>
            </a:lvl1pPr>
            <a:lvl2pPr lvl="1" algn="r">
              <a:buNone/>
              <a:defRPr sz="5300">
                <a:solidFill>
                  <a:schemeClr val="dk2"/>
                </a:solidFill>
              </a:defRPr>
            </a:lvl2pPr>
            <a:lvl3pPr lvl="2" algn="r">
              <a:buNone/>
              <a:defRPr sz="5300">
                <a:solidFill>
                  <a:schemeClr val="dk2"/>
                </a:solidFill>
              </a:defRPr>
            </a:lvl3pPr>
            <a:lvl4pPr lvl="3" algn="r">
              <a:buNone/>
              <a:defRPr sz="5300">
                <a:solidFill>
                  <a:schemeClr val="dk2"/>
                </a:solidFill>
              </a:defRPr>
            </a:lvl4pPr>
            <a:lvl5pPr lvl="4" algn="r">
              <a:buNone/>
              <a:defRPr sz="5300">
                <a:solidFill>
                  <a:schemeClr val="dk2"/>
                </a:solidFill>
              </a:defRPr>
            </a:lvl5pPr>
            <a:lvl6pPr lvl="5" algn="r">
              <a:buNone/>
              <a:defRPr sz="5300">
                <a:solidFill>
                  <a:schemeClr val="dk2"/>
                </a:solidFill>
              </a:defRPr>
            </a:lvl6pPr>
            <a:lvl7pPr lvl="6" algn="r">
              <a:buNone/>
              <a:defRPr sz="5300">
                <a:solidFill>
                  <a:schemeClr val="dk2"/>
                </a:solidFill>
              </a:defRPr>
            </a:lvl7pPr>
            <a:lvl8pPr lvl="7" algn="r">
              <a:buNone/>
              <a:defRPr sz="5300">
                <a:solidFill>
                  <a:schemeClr val="dk2"/>
                </a:solidFill>
              </a:defRPr>
            </a:lvl8pPr>
            <a:lvl9pPr lvl="8" algn="r">
              <a:buNone/>
              <a:defRPr sz="53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017520" y="1752607"/>
            <a:ext cx="37856160" cy="636270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21120"/>
              <a:buFont typeface="Play"/>
              <a:buNone/>
              <a:defRPr b="0" i="0" sz="2112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2" name="Google Shape;52;p13"/>
          <p:cNvSpPr txBox="1"/>
          <p:nvPr>
            <p:ph idx="1" type="body"/>
          </p:nvPr>
        </p:nvSpPr>
        <p:spPr>
          <a:xfrm>
            <a:off x="3017520" y="8763000"/>
            <a:ext cx="37856160" cy="20886422"/>
          </a:xfrm>
          <a:prstGeom prst="rect">
            <a:avLst/>
          </a:prstGeom>
          <a:noFill/>
          <a:ln>
            <a:noFill/>
          </a:ln>
        </p:spPr>
        <p:txBody>
          <a:bodyPr anchorCtr="0" anchor="t" bIns="45700" lIns="91425" spcFirstLastPara="1" rIns="91425" wrap="square" tIns="45700">
            <a:normAutofit/>
          </a:bodyPr>
          <a:lstStyle>
            <a:lvl1pPr indent="-1082040" lvl="0" marL="457200" marR="0" rtl="0" algn="l">
              <a:lnSpc>
                <a:spcPct val="90000"/>
              </a:lnSpc>
              <a:spcBef>
                <a:spcPts val="4800"/>
              </a:spcBef>
              <a:spcAft>
                <a:spcPts val="0"/>
              </a:spcAft>
              <a:buClr>
                <a:schemeClr val="dk1"/>
              </a:buClr>
              <a:buSzPts val="13440"/>
              <a:buFont typeface="Arial"/>
              <a:buChar char="•"/>
              <a:defRPr b="0" i="0" sz="13439" u="none" cap="none" strike="noStrike">
                <a:solidFill>
                  <a:schemeClr val="dk1"/>
                </a:solidFill>
                <a:latin typeface="Arial"/>
                <a:ea typeface="Arial"/>
                <a:cs typeface="Arial"/>
                <a:sym typeface="Arial"/>
              </a:defRPr>
            </a:lvl1pPr>
            <a:lvl2pPr indent="-960120" lvl="1" marL="914400" marR="0" rtl="0" algn="l">
              <a:lnSpc>
                <a:spcPct val="90000"/>
              </a:lnSpc>
              <a:spcBef>
                <a:spcPts val="2400"/>
              </a:spcBef>
              <a:spcAft>
                <a:spcPts val="0"/>
              </a:spcAft>
              <a:buClr>
                <a:schemeClr val="dk1"/>
              </a:buClr>
              <a:buSzPts val="11520"/>
              <a:buFont typeface="Arial"/>
              <a:buChar char="•"/>
              <a:defRPr b="0" i="0" sz="11520" u="none" cap="none" strike="noStrike">
                <a:solidFill>
                  <a:schemeClr val="dk1"/>
                </a:solidFill>
                <a:latin typeface="Arial"/>
                <a:ea typeface="Arial"/>
                <a:cs typeface="Arial"/>
                <a:sym typeface="Arial"/>
              </a:defRPr>
            </a:lvl2pPr>
            <a:lvl3pPr indent="-838200" lvl="2" marL="1371600" marR="0" rtl="0" algn="l">
              <a:lnSpc>
                <a:spcPct val="90000"/>
              </a:lnSpc>
              <a:spcBef>
                <a:spcPts val="24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53" name="Google Shape;53;p13"/>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576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4" name="Google Shape;54;p13"/>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576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5" name="Google Shape;55;p13"/>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5760" u="none" cap="none" strike="noStrike">
                <a:solidFill>
                  <a:srgbClr val="757575"/>
                </a:solidFill>
                <a:latin typeface="Arial"/>
                <a:ea typeface="Arial"/>
                <a:cs typeface="Arial"/>
                <a:sym typeface="Arial"/>
              </a:defRPr>
            </a:lvl1pPr>
            <a:lvl2pPr indent="0" lvl="1" marL="0" marR="0" rtl="0" algn="r">
              <a:spcBef>
                <a:spcPts val="0"/>
              </a:spcBef>
              <a:buNone/>
              <a:defRPr b="0" i="0" sz="5760" u="none" cap="none" strike="noStrike">
                <a:solidFill>
                  <a:srgbClr val="757575"/>
                </a:solidFill>
                <a:latin typeface="Arial"/>
                <a:ea typeface="Arial"/>
                <a:cs typeface="Arial"/>
                <a:sym typeface="Arial"/>
              </a:defRPr>
            </a:lvl2pPr>
            <a:lvl3pPr indent="0" lvl="2" marL="0" marR="0" rtl="0" algn="r">
              <a:spcBef>
                <a:spcPts val="0"/>
              </a:spcBef>
              <a:buNone/>
              <a:defRPr b="0" i="0" sz="5760" u="none" cap="none" strike="noStrike">
                <a:solidFill>
                  <a:srgbClr val="757575"/>
                </a:solidFill>
                <a:latin typeface="Arial"/>
                <a:ea typeface="Arial"/>
                <a:cs typeface="Arial"/>
                <a:sym typeface="Arial"/>
              </a:defRPr>
            </a:lvl3pPr>
            <a:lvl4pPr indent="0" lvl="3" marL="0" marR="0" rtl="0" algn="r">
              <a:spcBef>
                <a:spcPts val="0"/>
              </a:spcBef>
              <a:buNone/>
              <a:defRPr b="0" i="0" sz="5760" u="none" cap="none" strike="noStrike">
                <a:solidFill>
                  <a:srgbClr val="757575"/>
                </a:solidFill>
                <a:latin typeface="Arial"/>
                <a:ea typeface="Arial"/>
                <a:cs typeface="Arial"/>
                <a:sym typeface="Arial"/>
              </a:defRPr>
            </a:lvl4pPr>
            <a:lvl5pPr indent="0" lvl="4" marL="0" marR="0" rtl="0" algn="r">
              <a:spcBef>
                <a:spcPts val="0"/>
              </a:spcBef>
              <a:buNone/>
              <a:defRPr b="0" i="0" sz="5760" u="none" cap="none" strike="noStrike">
                <a:solidFill>
                  <a:srgbClr val="757575"/>
                </a:solidFill>
                <a:latin typeface="Arial"/>
                <a:ea typeface="Arial"/>
                <a:cs typeface="Arial"/>
                <a:sym typeface="Arial"/>
              </a:defRPr>
            </a:lvl5pPr>
            <a:lvl6pPr indent="0" lvl="5" marL="0" marR="0" rtl="0" algn="r">
              <a:spcBef>
                <a:spcPts val="0"/>
              </a:spcBef>
              <a:buNone/>
              <a:defRPr b="0" i="0" sz="5760" u="none" cap="none" strike="noStrike">
                <a:solidFill>
                  <a:srgbClr val="757575"/>
                </a:solidFill>
                <a:latin typeface="Arial"/>
                <a:ea typeface="Arial"/>
                <a:cs typeface="Arial"/>
                <a:sym typeface="Arial"/>
              </a:defRPr>
            </a:lvl6pPr>
            <a:lvl7pPr indent="0" lvl="6" marL="0" marR="0" rtl="0" algn="r">
              <a:spcBef>
                <a:spcPts val="0"/>
              </a:spcBef>
              <a:buNone/>
              <a:defRPr b="0" i="0" sz="5760" u="none" cap="none" strike="noStrike">
                <a:solidFill>
                  <a:srgbClr val="757575"/>
                </a:solidFill>
                <a:latin typeface="Arial"/>
                <a:ea typeface="Arial"/>
                <a:cs typeface="Arial"/>
                <a:sym typeface="Arial"/>
              </a:defRPr>
            </a:lvl7pPr>
            <a:lvl8pPr indent="0" lvl="7" marL="0" marR="0" rtl="0" algn="r">
              <a:spcBef>
                <a:spcPts val="0"/>
              </a:spcBef>
              <a:buNone/>
              <a:defRPr b="0" i="0" sz="5760" u="none" cap="none" strike="noStrike">
                <a:solidFill>
                  <a:srgbClr val="757575"/>
                </a:solidFill>
                <a:latin typeface="Arial"/>
                <a:ea typeface="Arial"/>
                <a:cs typeface="Arial"/>
                <a:sym typeface="Arial"/>
              </a:defRPr>
            </a:lvl8pPr>
            <a:lvl9pPr indent="0" lvl="8" marL="0" marR="0" rtl="0" algn="r">
              <a:spcBef>
                <a:spcPts val="0"/>
              </a:spcBef>
              <a:buNone/>
              <a:defRPr b="0" i="0" sz="576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grpSp>
        <p:nvGrpSpPr>
          <p:cNvPr id="129" name="Google Shape;129;p25"/>
          <p:cNvGrpSpPr/>
          <p:nvPr/>
        </p:nvGrpSpPr>
        <p:grpSpPr>
          <a:xfrm>
            <a:off x="31076836" y="5155852"/>
            <a:ext cx="10969445" cy="10752074"/>
            <a:chOff x="14556850" y="15861180"/>
            <a:chExt cx="13716950" cy="10065600"/>
          </a:xfrm>
        </p:grpSpPr>
        <p:sp>
          <p:nvSpPr>
            <p:cNvPr id="130" name="Google Shape;130;p25"/>
            <p:cNvSpPr txBox="1"/>
            <p:nvPr/>
          </p:nvSpPr>
          <p:spPr>
            <a:xfrm>
              <a:off x="14557800" y="15861180"/>
              <a:ext cx="13716000" cy="10065600"/>
            </a:xfrm>
            <a:prstGeom prst="rect">
              <a:avLst/>
            </a:prstGeom>
            <a:noFill/>
            <a:ln cap="flat" cmpd="sng" w="9525">
              <a:solidFill>
                <a:srgbClr val="BD8B13"/>
              </a:solidFill>
              <a:prstDash val="solid"/>
              <a:round/>
              <a:headEnd len="sm" w="sm" type="none"/>
              <a:tailEnd len="sm" w="sm" type="none"/>
            </a:ln>
          </p:spPr>
          <p:txBody>
            <a:bodyPr anchorCtr="0" anchor="t" bIns="365750" lIns="365750" spcFirstLastPara="1" rIns="365750" wrap="square" tIns="1097275">
              <a:spAutoFit/>
            </a:bodyPr>
            <a:lstStyle/>
            <a:p>
              <a:pPr indent="0" lvl="0" marL="0" marR="0" rtl="0" algn="l">
                <a:lnSpc>
                  <a:spcPct val="115000"/>
                </a:lnSpc>
                <a:spcBef>
                  <a:spcPts val="1700"/>
                </a:spcBef>
                <a:spcAft>
                  <a:spcPts val="0"/>
                </a:spcAft>
                <a:buClr>
                  <a:schemeClr val="dk1"/>
                </a:buClr>
                <a:buSzPts val="1000"/>
                <a:buFont typeface="Noto Sans Symbols"/>
                <a:buNone/>
              </a:pPr>
              <a:r>
                <a:rPr lang="en" sz="3600">
                  <a:solidFill>
                    <a:schemeClr val="dk1"/>
                  </a:solidFill>
                  <a:latin typeface="Trebuchet MS"/>
                  <a:ea typeface="Trebuchet MS"/>
                  <a:cs typeface="Trebuchet MS"/>
                  <a:sym typeface="Trebuchet MS"/>
                </a:rPr>
                <a:t>Based on the data collected, the temperature of the quartz crystal was a significant factor in the precision the </a:t>
              </a:r>
              <a:r>
                <a:rPr lang="en" sz="3600">
                  <a:solidFill>
                    <a:schemeClr val="dk1"/>
                  </a:solidFill>
                  <a:latin typeface="Trebuchet MS"/>
                  <a:ea typeface="Trebuchet MS"/>
                  <a:cs typeface="Trebuchet MS"/>
                  <a:sym typeface="Trebuchet MS"/>
                </a:rPr>
                <a:t>resonance</a:t>
              </a:r>
              <a:r>
                <a:rPr lang="en" sz="3600">
                  <a:solidFill>
                    <a:schemeClr val="dk1"/>
                  </a:solidFill>
                  <a:latin typeface="Trebuchet MS"/>
                  <a:ea typeface="Trebuchet MS"/>
                  <a:cs typeface="Trebuchet MS"/>
                  <a:sym typeface="Trebuchet MS"/>
                </a:rPr>
                <a:t> position. We see a dramatic increase in precision of the resonance position with temperature control.</a:t>
              </a:r>
              <a:endParaRPr sz="3600">
                <a:solidFill>
                  <a:schemeClr val="dk1"/>
                </a:solidFill>
                <a:latin typeface="Trebuchet MS"/>
                <a:ea typeface="Trebuchet MS"/>
                <a:cs typeface="Trebuchet MS"/>
                <a:sym typeface="Trebuchet MS"/>
              </a:endParaRPr>
            </a:p>
            <a:p>
              <a:pPr indent="0" lvl="0" marL="0" marR="0" rtl="0" algn="l">
                <a:lnSpc>
                  <a:spcPct val="115000"/>
                </a:lnSpc>
                <a:spcBef>
                  <a:spcPts val="1700"/>
                </a:spcBef>
                <a:spcAft>
                  <a:spcPts val="0"/>
                </a:spcAft>
                <a:buNone/>
              </a:pPr>
              <a:r>
                <a:rPr lang="en" sz="3600">
                  <a:solidFill>
                    <a:schemeClr val="dk1"/>
                  </a:solidFill>
                  <a:latin typeface="Trebuchet MS"/>
                  <a:ea typeface="Trebuchet MS"/>
                  <a:cs typeface="Trebuchet MS"/>
                  <a:sym typeface="Trebuchet MS"/>
                </a:rPr>
                <a:t>The</a:t>
              </a:r>
              <a:r>
                <a:rPr lang="en" sz="3600">
                  <a:solidFill>
                    <a:schemeClr val="dk1"/>
                  </a:solidFill>
                  <a:latin typeface="Trebuchet MS"/>
                  <a:ea typeface="Trebuchet MS"/>
                  <a:cs typeface="Trebuchet MS"/>
                  <a:sym typeface="Trebuchet MS"/>
                </a:rPr>
                <a:t> driving amplitude of the frequency sweep caused a bimodal resonance structure, indicative of an over-driven system. A lower amplitude resulted in a single-mode </a:t>
              </a:r>
              <a:r>
                <a:rPr lang="en" sz="3600">
                  <a:solidFill>
                    <a:schemeClr val="dk1"/>
                  </a:solidFill>
                  <a:latin typeface="Trebuchet MS"/>
                  <a:ea typeface="Trebuchet MS"/>
                  <a:cs typeface="Trebuchet MS"/>
                  <a:sym typeface="Trebuchet MS"/>
                </a:rPr>
                <a:t>resonance</a:t>
              </a:r>
              <a:r>
                <a:rPr lang="en" sz="3600">
                  <a:solidFill>
                    <a:schemeClr val="dk1"/>
                  </a:solidFill>
                  <a:latin typeface="Trebuchet MS"/>
                  <a:ea typeface="Trebuchet MS"/>
                  <a:cs typeface="Trebuchet MS"/>
                  <a:sym typeface="Trebuchet MS"/>
                </a:rPr>
                <a:t> structure.</a:t>
              </a:r>
              <a:endParaRPr sz="3600">
                <a:solidFill>
                  <a:schemeClr val="dk1"/>
                </a:solidFill>
                <a:latin typeface="Trebuchet MS"/>
                <a:ea typeface="Trebuchet MS"/>
                <a:cs typeface="Trebuchet MS"/>
                <a:sym typeface="Trebuchet MS"/>
              </a:endParaRPr>
            </a:p>
            <a:p>
              <a:pPr indent="0" lvl="0" marL="0" marR="0" rtl="0" algn="l">
                <a:lnSpc>
                  <a:spcPct val="115000"/>
                </a:lnSpc>
                <a:spcBef>
                  <a:spcPts val="1700"/>
                </a:spcBef>
                <a:spcAft>
                  <a:spcPts val="0"/>
                </a:spcAft>
                <a:buClr>
                  <a:schemeClr val="dk1"/>
                </a:buClr>
                <a:buSzPts val="1000"/>
                <a:buFont typeface="Noto Sans Symbols"/>
                <a:buNone/>
              </a:pPr>
              <a:r>
                <a:rPr lang="en" sz="3600">
                  <a:solidFill>
                    <a:schemeClr val="dk1"/>
                  </a:solidFill>
                  <a:latin typeface="Trebuchet MS"/>
                  <a:ea typeface="Trebuchet MS"/>
                  <a:cs typeface="Trebuchet MS"/>
                  <a:sym typeface="Trebuchet MS"/>
                </a:rPr>
                <a:t>Over a continuous sampling for 15 days, we conclude that our crystal has a Q=2.5x10</a:t>
              </a:r>
              <a:r>
                <a:rPr baseline="30000" lang="en" sz="3600">
                  <a:solidFill>
                    <a:schemeClr val="dk1"/>
                  </a:solidFill>
                  <a:latin typeface="Trebuchet MS"/>
                  <a:ea typeface="Trebuchet MS"/>
                  <a:cs typeface="Trebuchet MS"/>
                  <a:sym typeface="Trebuchet MS"/>
                </a:rPr>
                <a:t>5</a:t>
              </a:r>
              <a:r>
                <a:rPr lang="en" sz="3600">
                  <a:solidFill>
                    <a:schemeClr val="dk1"/>
                  </a:solidFill>
                  <a:latin typeface="Trebuchet MS"/>
                  <a:ea typeface="Trebuchet MS"/>
                  <a:cs typeface="Trebuchet MS"/>
                  <a:sym typeface="Trebuchet MS"/>
                </a:rPr>
                <a:t> at 27C, meaning if used in timekeeping applications, the crystal </a:t>
              </a:r>
              <a:r>
                <a:rPr lang="en" sz="3600">
                  <a:solidFill>
                    <a:schemeClr val="dk1"/>
                  </a:solidFill>
                  <a:latin typeface="Trebuchet MS"/>
                  <a:ea typeface="Trebuchet MS"/>
                  <a:cs typeface="Trebuchet MS"/>
                  <a:sym typeface="Trebuchet MS"/>
                </a:rPr>
                <a:t>would</a:t>
              </a:r>
              <a:r>
                <a:rPr lang="en" sz="3600">
                  <a:solidFill>
                    <a:schemeClr val="dk1"/>
                  </a:solidFill>
                  <a:latin typeface="Trebuchet MS"/>
                  <a:ea typeface="Trebuchet MS"/>
                  <a:cs typeface="Trebuchet MS"/>
                  <a:sym typeface="Trebuchet MS"/>
                </a:rPr>
                <a:t> allow for timekeeping to within 0.34 seconds/day.</a:t>
              </a:r>
              <a:endParaRPr sz="3600">
                <a:solidFill>
                  <a:schemeClr val="dk1"/>
                </a:solidFill>
                <a:latin typeface="Trebuchet MS"/>
                <a:ea typeface="Trebuchet MS"/>
                <a:cs typeface="Trebuchet MS"/>
                <a:sym typeface="Trebuchet MS"/>
              </a:endParaRPr>
            </a:p>
          </p:txBody>
        </p:sp>
        <p:sp>
          <p:nvSpPr>
            <p:cNvPr id="131" name="Google Shape;131;p25"/>
            <p:cNvSpPr txBox="1"/>
            <p:nvPr/>
          </p:nvSpPr>
          <p:spPr>
            <a:xfrm>
              <a:off x="14556850" y="15861180"/>
              <a:ext cx="13716000" cy="735000"/>
            </a:xfrm>
            <a:prstGeom prst="rect">
              <a:avLst/>
            </a:prstGeom>
            <a:solidFill>
              <a:srgbClr val="3A913F"/>
            </a:solid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 sz="4500">
                  <a:solidFill>
                    <a:schemeClr val="lt1"/>
                  </a:solidFill>
                  <a:latin typeface="Georgia"/>
                  <a:ea typeface="Georgia"/>
                  <a:cs typeface="Georgia"/>
                  <a:sym typeface="Georgia"/>
                </a:rPr>
                <a:t>Conclusions / Discussions</a:t>
              </a:r>
              <a:endParaRPr b="1" sz="4500">
                <a:solidFill>
                  <a:schemeClr val="lt1"/>
                </a:solidFill>
                <a:latin typeface="Georgia"/>
                <a:ea typeface="Georgia"/>
                <a:cs typeface="Georgia"/>
                <a:sym typeface="Georgia"/>
              </a:endParaRPr>
            </a:p>
          </p:txBody>
        </p:sp>
      </p:grpSp>
      <p:sp>
        <p:nvSpPr>
          <p:cNvPr id="132" name="Google Shape;132;p25"/>
          <p:cNvSpPr txBox="1"/>
          <p:nvPr/>
        </p:nvSpPr>
        <p:spPr>
          <a:xfrm>
            <a:off x="0" y="0"/>
            <a:ext cx="43891200" cy="4171200"/>
          </a:xfrm>
          <a:prstGeom prst="rect">
            <a:avLst/>
          </a:prstGeom>
          <a:solidFill>
            <a:srgbClr val="154734"/>
          </a:solidFill>
          <a:ln>
            <a:noFill/>
          </a:ln>
        </p:spPr>
        <p:txBody>
          <a:bodyPr anchorCtr="0" anchor="t" bIns="640075" lIns="914400" spcFirstLastPara="1" rIns="6172200" wrap="square" tIns="640075">
            <a:spAutoFit/>
          </a:bodyPr>
          <a:lstStyle/>
          <a:p>
            <a:pPr indent="0" lvl="0" marL="0" marR="0" rtl="0" algn="l">
              <a:spcBef>
                <a:spcPts val="0"/>
              </a:spcBef>
              <a:spcAft>
                <a:spcPts val="0"/>
              </a:spcAft>
              <a:buNone/>
            </a:pPr>
            <a:r>
              <a:rPr lang="en" sz="9100">
                <a:solidFill>
                  <a:schemeClr val="lt1"/>
                </a:solidFill>
                <a:latin typeface="Georgia"/>
                <a:ea typeface="Georgia"/>
                <a:cs typeface="Georgia"/>
                <a:sym typeface="Georgia"/>
              </a:rPr>
              <a:t>Observing resonance behavior of a temperature-regulated quartz crystal</a:t>
            </a:r>
            <a:endParaRPr sz="1300"/>
          </a:p>
          <a:p>
            <a:pPr indent="0" lvl="0" marL="0" marR="0" rtl="0" algn="l">
              <a:spcBef>
                <a:spcPts val="0"/>
              </a:spcBef>
              <a:spcAft>
                <a:spcPts val="0"/>
              </a:spcAft>
              <a:buNone/>
            </a:pPr>
            <a:r>
              <a:rPr lang="en" sz="4800">
                <a:solidFill>
                  <a:schemeClr val="lt1"/>
                </a:solidFill>
                <a:latin typeface="Georgia"/>
                <a:ea typeface="Georgia"/>
                <a:cs typeface="Georgia"/>
                <a:sym typeface="Georgia"/>
              </a:rPr>
              <a:t>Lucas Hill and Tom Bensky</a:t>
            </a:r>
            <a:r>
              <a:rPr b="0" i="0" lang="en" sz="4800">
                <a:solidFill>
                  <a:schemeClr val="lt1"/>
                </a:solidFill>
                <a:latin typeface="Georgia"/>
                <a:ea typeface="Georgia"/>
                <a:cs typeface="Georgia"/>
                <a:sym typeface="Georgia"/>
              </a:rPr>
              <a:t>, Department of </a:t>
            </a:r>
            <a:r>
              <a:rPr lang="en" sz="4800">
                <a:solidFill>
                  <a:schemeClr val="lt1"/>
                </a:solidFill>
                <a:latin typeface="Georgia"/>
                <a:ea typeface="Georgia"/>
                <a:cs typeface="Georgia"/>
                <a:sym typeface="Georgia"/>
              </a:rPr>
              <a:t>Physics</a:t>
            </a:r>
            <a:endParaRPr/>
          </a:p>
          <a:p>
            <a:pPr indent="0" lvl="0" marL="0" marR="0" rtl="0" algn="l">
              <a:spcBef>
                <a:spcPts val="0"/>
              </a:spcBef>
              <a:spcAft>
                <a:spcPts val="0"/>
              </a:spcAft>
              <a:buNone/>
            </a:pPr>
            <a:r>
              <a:rPr b="0" i="0" lang="en" sz="4800">
                <a:solidFill>
                  <a:schemeClr val="lt1"/>
                </a:solidFill>
                <a:latin typeface="Georgia"/>
                <a:ea typeface="Georgia"/>
                <a:cs typeface="Georgia"/>
                <a:sym typeface="Georgia"/>
              </a:rPr>
              <a:t>California Polytechnic State University, San Luis Obispo</a:t>
            </a:r>
            <a:endParaRPr/>
          </a:p>
        </p:txBody>
      </p:sp>
      <p:pic>
        <p:nvPicPr>
          <p:cNvPr id="133" name="Google Shape;133;p25"/>
          <p:cNvPicPr preferRelativeResize="0"/>
          <p:nvPr/>
        </p:nvPicPr>
        <p:blipFill rotWithShape="1">
          <a:blip r:embed="rId3">
            <a:alphaModFix/>
          </a:blip>
          <a:srcRect b="0" l="0" r="0" t="0"/>
          <a:stretch/>
        </p:blipFill>
        <p:spPr>
          <a:xfrm>
            <a:off x="38404800" y="1306284"/>
            <a:ext cx="4572000" cy="1306284"/>
          </a:xfrm>
          <a:prstGeom prst="rect">
            <a:avLst/>
          </a:prstGeom>
          <a:noFill/>
          <a:ln>
            <a:noFill/>
          </a:ln>
        </p:spPr>
      </p:pic>
      <p:grpSp>
        <p:nvGrpSpPr>
          <p:cNvPr id="134" name="Google Shape;134;p25"/>
          <p:cNvGrpSpPr/>
          <p:nvPr/>
        </p:nvGrpSpPr>
        <p:grpSpPr>
          <a:xfrm>
            <a:off x="1371368" y="15197783"/>
            <a:ext cx="11387898" cy="9789759"/>
            <a:chOff x="1371600" y="17780000"/>
            <a:chExt cx="10971000" cy="6735300"/>
          </a:xfrm>
        </p:grpSpPr>
        <p:sp>
          <p:nvSpPr>
            <p:cNvPr id="135" name="Google Shape;135;p25"/>
            <p:cNvSpPr txBox="1"/>
            <p:nvPr/>
          </p:nvSpPr>
          <p:spPr>
            <a:xfrm>
              <a:off x="1371600" y="17780000"/>
              <a:ext cx="10971000" cy="6735300"/>
            </a:xfrm>
            <a:prstGeom prst="rect">
              <a:avLst/>
            </a:prstGeom>
            <a:noFill/>
            <a:ln cap="flat" cmpd="sng" w="9525">
              <a:solidFill>
                <a:srgbClr val="BD8B13"/>
              </a:solidFill>
              <a:prstDash val="solid"/>
              <a:round/>
              <a:headEnd len="sm" w="sm" type="none"/>
              <a:tailEnd len="sm" w="sm" type="none"/>
            </a:ln>
          </p:spPr>
          <p:txBody>
            <a:bodyPr anchorCtr="0" anchor="t" bIns="365750" lIns="365750" spcFirstLastPara="1" rIns="365750" wrap="square" tIns="1097275">
              <a:spAutoFit/>
            </a:bodyPr>
            <a:lstStyle/>
            <a:p>
              <a:pPr indent="0" lvl="0" marL="0" marR="0" rtl="0" algn="l">
                <a:spcBef>
                  <a:spcPts val="0"/>
                </a:spcBef>
                <a:spcAft>
                  <a:spcPts val="0"/>
                </a:spcAft>
                <a:buClr>
                  <a:schemeClr val="dk1"/>
                </a:buClr>
                <a:buSzPts val="3600"/>
                <a:buFont typeface="Arial"/>
                <a:buNone/>
              </a:pPr>
              <a:r>
                <a:rPr b="1" lang="en" sz="3600">
                  <a:solidFill>
                    <a:schemeClr val="dk1"/>
                  </a:solidFill>
                  <a:latin typeface="Trebuchet MS"/>
                  <a:ea typeface="Trebuchet MS"/>
                  <a:cs typeface="Trebuchet MS"/>
                  <a:sym typeface="Trebuchet MS"/>
                </a:rPr>
                <a:t>IN THE LAB:</a:t>
              </a:r>
              <a:endParaRPr/>
            </a:p>
            <a:p>
              <a:pPr indent="-571500" lvl="0" marL="571500" marR="0" rtl="0" algn="l">
                <a:spcBef>
                  <a:spcPts val="0"/>
                </a:spcBef>
                <a:spcAft>
                  <a:spcPts val="0"/>
                </a:spcAft>
                <a:buClr>
                  <a:schemeClr val="dk1"/>
                </a:buClr>
                <a:buSzPts val="3600"/>
                <a:buFont typeface="Arial"/>
                <a:buChar char="•"/>
              </a:pPr>
              <a:r>
                <a:rPr lang="en" sz="3600">
                  <a:solidFill>
                    <a:schemeClr val="dk1"/>
                  </a:solidFill>
                  <a:latin typeface="Trebuchet MS"/>
                  <a:ea typeface="Trebuchet MS"/>
                  <a:cs typeface="Trebuchet MS"/>
                  <a:sym typeface="Trebuchet MS"/>
                </a:rPr>
                <a:t>Varying frequencies are sent </a:t>
              </a:r>
              <a:r>
                <a:rPr lang="en" sz="3600">
                  <a:solidFill>
                    <a:schemeClr val="dk1"/>
                  </a:solidFill>
                  <a:latin typeface="Trebuchet MS"/>
                  <a:ea typeface="Trebuchet MS"/>
                  <a:cs typeface="Trebuchet MS"/>
                  <a:sym typeface="Trebuchet MS"/>
                </a:rPr>
                <a:t>through</a:t>
              </a:r>
              <a:r>
                <a:rPr lang="en" sz="3600">
                  <a:solidFill>
                    <a:schemeClr val="dk1"/>
                  </a:solidFill>
                  <a:latin typeface="Trebuchet MS"/>
                  <a:ea typeface="Trebuchet MS"/>
                  <a:cs typeface="Trebuchet MS"/>
                  <a:sym typeface="Trebuchet MS"/>
                </a:rPr>
                <a:t> a voltage-divider system to be read by the oscilloscope. The </a:t>
              </a:r>
              <a:r>
                <a:rPr lang="en" sz="3600">
                  <a:solidFill>
                    <a:schemeClr val="dk1"/>
                  </a:solidFill>
                  <a:latin typeface="Trebuchet MS"/>
                  <a:ea typeface="Trebuchet MS"/>
                  <a:cs typeface="Trebuchet MS"/>
                  <a:sym typeface="Trebuchet MS"/>
                </a:rPr>
                <a:t>impedance</a:t>
              </a:r>
              <a:r>
                <a:rPr lang="en" sz="3600">
                  <a:solidFill>
                    <a:schemeClr val="dk1"/>
                  </a:solidFill>
                  <a:latin typeface="Trebuchet MS"/>
                  <a:ea typeface="Trebuchet MS"/>
                  <a:cs typeface="Trebuchet MS"/>
                  <a:sym typeface="Trebuchet MS"/>
                </a:rPr>
                <a:t> of the crystal will drop at or near resonance frequency.</a:t>
              </a:r>
              <a:endParaRPr sz="3600">
                <a:solidFill>
                  <a:schemeClr val="dk1"/>
                </a:solidFill>
                <a:latin typeface="Trebuchet MS"/>
                <a:ea typeface="Trebuchet MS"/>
                <a:cs typeface="Trebuchet MS"/>
                <a:sym typeface="Trebuchet MS"/>
              </a:endParaRPr>
            </a:p>
            <a:p>
              <a:pPr indent="-571500" lvl="0" marL="571500" marR="0" rtl="0" algn="l">
                <a:spcBef>
                  <a:spcPts val="0"/>
                </a:spcBef>
                <a:spcAft>
                  <a:spcPts val="0"/>
                </a:spcAft>
                <a:buClr>
                  <a:schemeClr val="dk1"/>
                </a:buClr>
                <a:buSzPts val="3600"/>
                <a:buFont typeface="Trebuchet MS"/>
                <a:buChar char="•"/>
              </a:pPr>
              <a:r>
                <a:rPr lang="en" sz="3600">
                  <a:solidFill>
                    <a:schemeClr val="dk1"/>
                  </a:solidFill>
                  <a:latin typeface="Trebuchet MS"/>
                  <a:ea typeface="Trebuchet MS"/>
                  <a:cs typeface="Trebuchet MS"/>
                  <a:sym typeface="Trebuchet MS"/>
                </a:rPr>
                <a:t>A Python script was developed to automate the resonance sweeps from just below to just above resonance, while recording the voltage across the resistor.</a:t>
              </a:r>
              <a:endParaRPr sz="3600">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3600"/>
                <a:buFont typeface="Arial"/>
                <a:buNone/>
              </a:pPr>
              <a:r>
                <a:rPr b="1" lang="en" sz="3600">
                  <a:solidFill>
                    <a:schemeClr val="dk1"/>
                  </a:solidFill>
                  <a:latin typeface="Trebuchet MS"/>
                  <a:ea typeface="Trebuchet MS"/>
                  <a:cs typeface="Trebuchet MS"/>
                  <a:sym typeface="Trebuchet MS"/>
                </a:rPr>
                <a:t>ANALYSIS:</a:t>
              </a:r>
              <a:endParaRPr/>
            </a:p>
            <a:p>
              <a:pPr indent="-571500" lvl="0" marL="571500" marR="0" rtl="0" algn="l">
                <a:spcBef>
                  <a:spcPts val="0"/>
                </a:spcBef>
                <a:spcAft>
                  <a:spcPts val="0"/>
                </a:spcAft>
                <a:buClr>
                  <a:schemeClr val="dk1"/>
                </a:buClr>
                <a:buSzPts val="3600"/>
                <a:buFont typeface="Arial"/>
                <a:buChar char="•"/>
              </a:pPr>
              <a:r>
                <a:rPr lang="en" sz="3600">
                  <a:solidFill>
                    <a:schemeClr val="dk1"/>
                  </a:solidFill>
                  <a:latin typeface="Trebuchet MS"/>
                  <a:ea typeface="Trebuchet MS"/>
                  <a:cs typeface="Trebuchet MS"/>
                  <a:sym typeface="Trebuchet MS"/>
                </a:rPr>
                <a:t>Histogramming resonance centroids from 1000s of trials allows us to find a mean and standard deviation to determine quality factor or “Q”</a:t>
              </a:r>
              <a:endParaRPr sz="3600">
                <a:solidFill>
                  <a:schemeClr val="dk1"/>
                </a:solidFill>
                <a:latin typeface="Trebuchet MS"/>
                <a:ea typeface="Trebuchet MS"/>
                <a:cs typeface="Trebuchet MS"/>
                <a:sym typeface="Trebuchet MS"/>
              </a:endParaRPr>
            </a:p>
            <a:p>
              <a:pPr indent="-571500" lvl="0" marL="571500" marR="0" rtl="0" algn="l">
                <a:spcBef>
                  <a:spcPts val="0"/>
                </a:spcBef>
                <a:spcAft>
                  <a:spcPts val="0"/>
                </a:spcAft>
                <a:buClr>
                  <a:schemeClr val="dk1"/>
                </a:buClr>
                <a:buSzPts val="3600"/>
                <a:buFont typeface="Trebuchet MS"/>
                <a:buChar char="•"/>
              </a:pPr>
              <a:r>
                <a:rPr lang="en" sz="3600">
                  <a:solidFill>
                    <a:schemeClr val="dk1"/>
                  </a:solidFill>
                  <a:latin typeface="Trebuchet MS"/>
                  <a:ea typeface="Trebuchet MS"/>
                  <a:cs typeface="Trebuchet MS"/>
                  <a:sym typeface="Trebuchet MS"/>
                </a:rPr>
                <a:t>Q=Δt/t and Q=f</a:t>
              </a:r>
              <a:r>
                <a:rPr baseline="-25000" lang="en" sz="3600">
                  <a:solidFill>
                    <a:schemeClr val="dk1"/>
                  </a:solidFill>
                  <a:latin typeface="Trebuchet MS"/>
                  <a:ea typeface="Trebuchet MS"/>
                  <a:cs typeface="Trebuchet MS"/>
                  <a:sym typeface="Trebuchet MS"/>
                </a:rPr>
                <a:t>0</a:t>
              </a:r>
              <a:r>
                <a:rPr lang="en" sz="3600">
                  <a:solidFill>
                    <a:schemeClr val="dk1"/>
                  </a:solidFill>
                  <a:latin typeface="Trebuchet MS"/>
                  <a:ea typeface="Trebuchet MS"/>
                  <a:cs typeface="Trebuchet MS"/>
                  <a:sym typeface="Trebuchet MS"/>
                </a:rPr>
                <a:t>/Δf</a:t>
              </a:r>
              <a:endParaRPr sz="3600">
                <a:solidFill>
                  <a:schemeClr val="dk1"/>
                </a:solidFill>
                <a:latin typeface="Trebuchet MS"/>
                <a:ea typeface="Trebuchet MS"/>
                <a:cs typeface="Trebuchet MS"/>
                <a:sym typeface="Trebuchet MS"/>
              </a:endParaRPr>
            </a:p>
            <a:p>
              <a:pPr indent="-571500" lvl="0" marL="571500" marR="0" rtl="0" algn="l">
                <a:spcBef>
                  <a:spcPts val="0"/>
                </a:spcBef>
                <a:spcAft>
                  <a:spcPts val="0"/>
                </a:spcAft>
                <a:buClr>
                  <a:schemeClr val="dk1"/>
                </a:buClr>
                <a:buSzPts val="3600"/>
                <a:buFont typeface="Trebuchet MS"/>
                <a:buChar char="•"/>
              </a:pPr>
              <a:r>
                <a:rPr lang="en" sz="3600">
                  <a:solidFill>
                    <a:schemeClr val="dk1"/>
                  </a:solidFill>
                  <a:latin typeface="Trebuchet MS"/>
                  <a:ea typeface="Trebuchet MS"/>
                  <a:cs typeface="Trebuchet MS"/>
                  <a:sym typeface="Trebuchet MS"/>
                </a:rPr>
                <a:t>t=Δt/(f</a:t>
              </a:r>
              <a:r>
                <a:rPr baseline="-25000" lang="en" sz="3600">
                  <a:solidFill>
                    <a:schemeClr val="dk1"/>
                  </a:solidFill>
                  <a:latin typeface="Trebuchet MS"/>
                  <a:ea typeface="Trebuchet MS"/>
                  <a:cs typeface="Trebuchet MS"/>
                  <a:sym typeface="Trebuchet MS"/>
                </a:rPr>
                <a:t>0</a:t>
              </a:r>
              <a:r>
                <a:rPr lang="en" sz="3600">
                  <a:solidFill>
                    <a:schemeClr val="dk1"/>
                  </a:solidFill>
                  <a:latin typeface="Trebuchet MS"/>
                  <a:ea typeface="Trebuchet MS"/>
                  <a:cs typeface="Trebuchet MS"/>
                  <a:sym typeface="Trebuchet MS"/>
                </a:rPr>
                <a:t>/Δf)</a:t>
              </a:r>
              <a:endParaRPr sz="3600">
                <a:solidFill>
                  <a:schemeClr val="dk1"/>
                </a:solidFill>
                <a:latin typeface="Trebuchet MS"/>
                <a:ea typeface="Trebuchet MS"/>
                <a:cs typeface="Trebuchet MS"/>
                <a:sym typeface="Trebuchet MS"/>
              </a:endParaRPr>
            </a:p>
          </p:txBody>
        </p:sp>
        <p:sp>
          <p:nvSpPr>
            <p:cNvPr id="136" name="Google Shape;136;p25"/>
            <p:cNvSpPr txBox="1"/>
            <p:nvPr/>
          </p:nvSpPr>
          <p:spPr>
            <a:xfrm>
              <a:off x="1371600" y="17780000"/>
              <a:ext cx="10971000" cy="540000"/>
            </a:xfrm>
            <a:prstGeom prst="rect">
              <a:avLst/>
            </a:prstGeom>
            <a:solidFill>
              <a:srgbClr val="BD8B13"/>
            </a:solid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 sz="4500">
                  <a:solidFill>
                    <a:schemeClr val="lt1"/>
                  </a:solidFill>
                  <a:latin typeface="Georgia"/>
                  <a:ea typeface="Georgia"/>
                  <a:cs typeface="Georgia"/>
                  <a:sym typeface="Georgia"/>
                </a:rPr>
                <a:t>Methods</a:t>
              </a:r>
              <a:endParaRPr b="1" sz="4500">
                <a:solidFill>
                  <a:schemeClr val="lt1"/>
                </a:solidFill>
                <a:latin typeface="Georgia"/>
                <a:ea typeface="Georgia"/>
                <a:cs typeface="Georgia"/>
                <a:sym typeface="Georgia"/>
              </a:endParaRPr>
            </a:p>
          </p:txBody>
        </p:sp>
      </p:grpSp>
      <p:pic>
        <p:nvPicPr>
          <p:cNvPr id="137" name="Google Shape;137;p25" title="20250410_122510.jpg.jpeg"/>
          <p:cNvPicPr preferRelativeResize="0"/>
          <p:nvPr/>
        </p:nvPicPr>
        <p:blipFill rotWithShape="1">
          <a:blip r:embed="rId4">
            <a:alphaModFix/>
          </a:blip>
          <a:srcRect b="9744" l="2873" r="9506" t="26811"/>
          <a:stretch/>
        </p:blipFill>
        <p:spPr>
          <a:xfrm>
            <a:off x="1370675" y="25468525"/>
            <a:ext cx="11387899" cy="5957798"/>
          </a:xfrm>
          <a:prstGeom prst="rect">
            <a:avLst/>
          </a:prstGeom>
          <a:noFill/>
          <a:ln>
            <a:noFill/>
          </a:ln>
        </p:spPr>
      </p:pic>
      <p:grpSp>
        <p:nvGrpSpPr>
          <p:cNvPr id="138" name="Google Shape;138;p25"/>
          <p:cNvGrpSpPr/>
          <p:nvPr/>
        </p:nvGrpSpPr>
        <p:grpSpPr>
          <a:xfrm>
            <a:off x="31076632" y="16649765"/>
            <a:ext cx="10969853" cy="3905740"/>
            <a:chOff x="14558500" y="26516080"/>
            <a:chExt cx="13715746" cy="3656375"/>
          </a:xfrm>
        </p:grpSpPr>
        <p:sp>
          <p:nvSpPr>
            <p:cNvPr id="139" name="Google Shape;139;p25"/>
            <p:cNvSpPr txBox="1"/>
            <p:nvPr/>
          </p:nvSpPr>
          <p:spPr>
            <a:xfrm>
              <a:off x="14558500" y="26714054"/>
              <a:ext cx="13715400" cy="3458400"/>
            </a:xfrm>
            <a:prstGeom prst="rect">
              <a:avLst/>
            </a:prstGeom>
            <a:noFill/>
            <a:ln cap="flat" cmpd="sng" w="9525">
              <a:solidFill>
                <a:srgbClr val="BD8B13"/>
              </a:solidFill>
              <a:prstDash val="solid"/>
              <a:round/>
              <a:headEnd len="sm" w="sm" type="none"/>
              <a:tailEnd len="sm" w="sm" type="none"/>
            </a:ln>
          </p:spPr>
          <p:txBody>
            <a:bodyPr anchorCtr="0" anchor="t" bIns="365750" lIns="365750" spcFirstLastPara="1" rIns="365750" wrap="square" tIns="1097275">
              <a:spAutoFit/>
            </a:bodyPr>
            <a:lstStyle/>
            <a:p>
              <a:pPr indent="0" lvl="0" marL="0" marR="0" rtl="0" algn="l">
                <a:spcBef>
                  <a:spcPts val="0"/>
                </a:spcBef>
                <a:spcAft>
                  <a:spcPts val="0"/>
                </a:spcAft>
                <a:buNone/>
              </a:pPr>
              <a:r>
                <a:rPr lang="en" sz="3600">
                  <a:solidFill>
                    <a:schemeClr val="dk1"/>
                  </a:solidFill>
                  <a:latin typeface="Trebuchet MS"/>
                  <a:ea typeface="Trebuchet MS"/>
                  <a:cs typeface="Trebuchet MS"/>
                  <a:sym typeface="Trebuchet MS"/>
                </a:rPr>
                <a:t>We wish to compare findings of this work to atomic-disciplined oscillators. Also, we wish to investigate crystals with higher (i.e. MHz) </a:t>
              </a:r>
              <a:r>
                <a:rPr lang="en" sz="3600">
                  <a:solidFill>
                    <a:schemeClr val="dk1"/>
                  </a:solidFill>
                  <a:latin typeface="Trebuchet MS"/>
                  <a:ea typeface="Trebuchet MS"/>
                  <a:cs typeface="Trebuchet MS"/>
                  <a:sym typeface="Trebuchet MS"/>
                </a:rPr>
                <a:t>resonance</a:t>
              </a:r>
              <a:r>
                <a:rPr lang="en" sz="3600">
                  <a:solidFill>
                    <a:schemeClr val="dk1"/>
                  </a:solidFill>
                  <a:latin typeface="Trebuchet MS"/>
                  <a:ea typeface="Trebuchet MS"/>
                  <a:cs typeface="Trebuchet MS"/>
                  <a:sym typeface="Trebuchet MS"/>
                </a:rPr>
                <a:t> frequencies.</a:t>
              </a:r>
              <a:endParaRPr/>
            </a:p>
          </p:txBody>
        </p:sp>
        <p:sp>
          <p:nvSpPr>
            <p:cNvPr id="140" name="Google Shape;140;p25"/>
            <p:cNvSpPr txBox="1"/>
            <p:nvPr/>
          </p:nvSpPr>
          <p:spPr>
            <a:xfrm>
              <a:off x="14558846" y="26516080"/>
              <a:ext cx="13715400" cy="735000"/>
            </a:xfrm>
            <a:prstGeom prst="rect">
              <a:avLst/>
            </a:prstGeom>
            <a:solidFill>
              <a:srgbClr val="3A913F"/>
            </a:solid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 sz="4500">
                  <a:solidFill>
                    <a:schemeClr val="lt1"/>
                  </a:solidFill>
                  <a:latin typeface="Georgia"/>
                  <a:ea typeface="Georgia"/>
                  <a:cs typeface="Georgia"/>
                  <a:sym typeface="Georgia"/>
                </a:rPr>
                <a:t>Future Directions / Next Steps</a:t>
              </a:r>
              <a:endParaRPr b="1" sz="4500">
                <a:solidFill>
                  <a:schemeClr val="lt1"/>
                </a:solidFill>
                <a:latin typeface="Georgia"/>
                <a:ea typeface="Georgia"/>
                <a:cs typeface="Georgia"/>
                <a:sym typeface="Georgia"/>
              </a:endParaRPr>
            </a:p>
          </p:txBody>
        </p:sp>
      </p:grpSp>
      <p:grpSp>
        <p:nvGrpSpPr>
          <p:cNvPr id="141" name="Google Shape;141;p25"/>
          <p:cNvGrpSpPr/>
          <p:nvPr/>
        </p:nvGrpSpPr>
        <p:grpSpPr>
          <a:xfrm>
            <a:off x="30868693" y="21297344"/>
            <a:ext cx="11385731" cy="5171877"/>
            <a:chOff x="30489186" y="5265875"/>
            <a:chExt cx="10971026" cy="4916700"/>
          </a:xfrm>
        </p:grpSpPr>
        <p:sp>
          <p:nvSpPr>
            <p:cNvPr id="142" name="Google Shape;142;p25"/>
            <p:cNvSpPr txBox="1"/>
            <p:nvPr/>
          </p:nvSpPr>
          <p:spPr>
            <a:xfrm>
              <a:off x="30489212" y="5265875"/>
              <a:ext cx="10971000" cy="4916700"/>
            </a:xfrm>
            <a:prstGeom prst="rect">
              <a:avLst/>
            </a:prstGeom>
            <a:noFill/>
            <a:ln cap="flat" cmpd="sng" w="9525">
              <a:solidFill>
                <a:srgbClr val="BD8B13"/>
              </a:solidFill>
              <a:prstDash val="solid"/>
              <a:round/>
              <a:headEnd len="sm" w="sm" type="none"/>
              <a:tailEnd len="sm" w="sm" type="none"/>
            </a:ln>
          </p:spPr>
          <p:txBody>
            <a:bodyPr anchorCtr="0" anchor="t" bIns="365750" lIns="365750" spcFirstLastPara="1" rIns="365750" wrap="square" tIns="1097275">
              <a:spAutoFit/>
            </a:bodyPr>
            <a:lstStyle/>
            <a:p>
              <a:pPr indent="-450850" lvl="0" marL="457200" marR="0" rtl="0" algn="l">
                <a:spcBef>
                  <a:spcPts val="0"/>
                </a:spcBef>
                <a:spcAft>
                  <a:spcPts val="0"/>
                </a:spcAft>
                <a:buClr>
                  <a:schemeClr val="dk1"/>
                </a:buClr>
                <a:buSzPts val="3500"/>
                <a:buFont typeface="Trebuchet MS"/>
                <a:buChar char="●"/>
              </a:pPr>
              <a:r>
                <a:rPr b="1" lang="en" sz="3500">
                  <a:solidFill>
                    <a:schemeClr val="dk1"/>
                  </a:solidFill>
                  <a:latin typeface="Trebuchet MS"/>
                  <a:ea typeface="Trebuchet MS"/>
                  <a:cs typeface="Trebuchet MS"/>
                  <a:sym typeface="Trebuchet MS"/>
                </a:rPr>
                <a:t>M. </a:t>
              </a:r>
              <a:r>
                <a:rPr b="1" lang="en" sz="3500">
                  <a:solidFill>
                    <a:schemeClr val="dk1"/>
                  </a:solidFill>
                  <a:latin typeface="Trebuchet MS"/>
                  <a:ea typeface="Trebuchet MS"/>
                  <a:cs typeface="Trebuchet MS"/>
                  <a:sym typeface="Trebuchet MS"/>
                </a:rPr>
                <a:t>Lombardi</a:t>
              </a:r>
              <a:r>
                <a:rPr lang="en" sz="3500">
                  <a:solidFill>
                    <a:schemeClr val="dk1"/>
                  </a:solidFill>
                  <a:latin typeface="Trebuchet MS"/>
                  <a:ea typeface="Trebuchet MS"/>
                  <a:cs typeface="Trebuchet MS"/>
                  <a:sym typeface="Trebuchet MS"/>
                </a:rPr>
                <a:t> </a:t>
              </a:r>
              <a:r>
                <a:rPr lang="en" sz="3400">
                  <a:solidFill>
                    <a:schemeClr val="dk1"/>
                  </a:solidFill>
                  <a:latin typeface="Trebuchet MS"/>
                  <a:ea typeface="Trebuchet MS"/>
                  <a:cs typeface="Trebuchet MS"/>
                  <a:sym typeface="Trebuchet MS"/>
                </a:rPr>
                <a:t>“The Accuracy and Stability of Quartz Watches,” Horological Journal, pp. 57-59, 2008.</a:t>
              </a:r>
              <a:endParaRPr sz="3400">
                <a:latin typeface="Trebuchet MS"/>
                <a:ea typeface="Trebuchet MS"/>
                <a:cs typeface="Trebuchet MS"/>
                <a:sym typeface="Trebuchet MS"/>
              </a:endParaRPr>
            </a:p>
            <a:p>
              <a:pPr indent="-450850" lvl="0" marL="457200" marR="0" rtl="0" algn="l">
                <a:spcBef>
                  <a:spcPts val="0"/>
                </a:spcBef>
                <a:spcAft>
                  <a:spcPts val="0"/>
                </a:spcAft>
                <a:buClr>
                  <a:schemeClr val="dk1"/>
                </a:buClr>
                <a:buSzPts val="3500"/>
                <a:buFont typeface="Trebuchet MS"/>
                <a:buChar char="●"/>
              </a:pPr>
              <a:r>
                <a:rPr b="1" lang="en" sz="3500">
                  <a:solidFill>
                    <a:schemeClr val="dk1"/>
                  </a:solidFill>
                  <a:latin typeface="Trebuchet MS"/>
                  <a:ea typeface="Trebuchet MS"/>
                  <a:cs typeface="Trebuchet MS"/>
                  <a:sym typeface="Trebuchet MS"/>
                </a:rPr>
                <a:t>Atwood, A. </a:t>
              </a:r>
              <a:r>
                <a:rPr b="1" lang="en" sz="3500">
                  <a:solidFill>
                    <a:schemeClr val="dk1"/>
                  </a:solidFill>
                  <a:latin typeface="Trebuchet MS"/>
                  <a:ea typeface="Trebuchet MS"/>
                  <a:cs typeface="Trebuchet MS"/>
                  <a:sym typeface="Trebuchet MS"/>
                </a:rPr>
                <a:t>W.</a:t>
              </a:r>
              <a:r>
                <a:rPr b="1" lang="en" sz="3500">
                  <a:solidFill>
                    <a:schemeClr val="dk1"/>
                  </a:solidFill>
                  <a:latin typeface="Trebuchet MS"/>
                  <a:ea typeface="Trebuchet MS"/>
                  <a:cs typeface="Trebuchet MS"/>
                  <a:sym typeface="Trebuchet MS"/>
                </a:rPr>
                <a:t> Jr.</a:t>
              </a:r>
              <a:r>
                <a:rPr lang="en" sz="3400">
                  <a:solidFill>
                    <a:schemeClr val="dk1"/>
                  </a:solidFill>
                  <a:latin typeface="Trebuchet MS"/>
                  <a:ea typeface="Trebuchet MS"/>
                  <a:cs typeface="Trebuchet MS"/>
                  <a:sym typeface="Trebuchet MS"/>
                </a:rPr>
                <a:t> (1933). </a:t>
              </a:r>
              <a:r>
                <a:rPr i="1" lang="en" sz="3400">
                  <a:solidFill>
                    <a:schemeClr val="dk1"/>
                  </a:solidFill>
                  <a:latin typeface="Trebuchet MS"/>
                  <a:ea typeface="Trebuchet MS"/>
                  <a:cs typeface="Trebuchet MS"/>
                  <a:sym typeface="Trebuchet MS"/>
                </a:rPr>
                <a:t>A Free Quartz Pendulum: Electrostatically Driven and Photoelectrically Controlled as a Means of Precision Timekeeping</a:t>
              </a:r>
              <a:r>
                <a:rPr lang="en" sz="3400">
                  <a:solidFill>
                    <a:schemeClr val="dk1"/>
                  </a:solidFill>
                  <a:latin typeface="Trebuchet MS"/>
                  <a:ea typeface="Trebuchet MS"/>
                  <a:cs typeface="Trebuchet MS"/>
                  <a:sym typeface="Trebuchet MS"/>
                </a:rPr>
                <a:t>. Master's thesis, California Institute of Technology. doi:10.7907/c5s0-qx08</a:t>
              </a:r>
              <a:endParaRPr sz="3400">
                <a:latin typeface="Trebuchet MS"/>
                <a:ea typeface="Trebuchet MS"/>
                <a:cs typeface="Trebuchet MS"/>
                <a:sym typeface="Trebuchet MS"/>
              </a:endParaRPr>
            </a:p>
          </p:txBody>
        </p:sp>
        <p:sp>
          <p:nvSpPr>
            <p:cNvPr id="143" name="Google Shape;143;p25"/>
            <p:cNvSpPr txBox="1"/>
            <p:nvPr/>
          </p:nvSpPr>
          <p:spPr>
            <a:xfrm>
              <a:off x="30489186" y="5265875"/>
              <a:ext cx="10971000" cy="746100"/>
            </a:xfrm>
            <a:prstGeom prst="rect">
              <a:avLst/>
            </a:prstGeom>
            <a:solidFill>
              <a:srgbClr val="BD8B13"/>
            </a:solid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 sz="4500">
                  <a:solidFill>
                    <a:schemeClr val="lt1"/>
                  </a:solidFill>
                  <a:latin typeface="Georgia"/>
                  <a:ea typeface="Georgia"/>
                  <a:cs typeface="Georgia"/>
                  <a:sym typeface="Georgia"/>
                </a:rPr>
                <a:t>References</a:t>
              </a:r>
              <a:endParaRPr b="1" sz="4500">
                <a:solidFill>
                  <a:schemeClr val="lt1"/>
                </a:solidFill>
                <a:latin typeface="Georgia"/>
                <a:ea typeface="Georgia"/>
                <a:cs typeface="Georgia"/>
                <a:sym typeface="Georgia"/>
              </a:endParaRPr>
            </a:p>
          </p:txBody>
        </p:sp>
      </p:grpSp>
      <p:grpSp>
        <p:nvGrpSpPr>
          <p:cNvPr id="144" name="Google Shape;144;p25"/>
          <p:cNvGrpSpPr/>
          <p:nvPr/>
        </p:nvGrpSpPr>
        <p:grpSpPr>
          <a:xfrm>
            <a:off x="30868707" y="26756849"/>
            <a:ext cx="11385704" cy="5551895"/>
            <a:chOff x="30489200" y="25696452"/>
            <a:chExt cx="10971000" cy="5277969"/>
          </a:xfrm>
        </p:grpSpPr>
        <p:sp>
          <p:nvSpPr>
            <p:cNvPr id="145" name="Google Shape;145;p25"/>
            <p:cNvSpPr txBox="1"/>
            <p:nvPr/>
          </p:nvSpPr>
          <p:spPr>
            <a:xfrm>
              <a:off x="30489200" y="25882221"/>
              <a:ext cx="10971000" cy="5092200"/>
            </a:xfrm>
            <a:prstGeom prst="rect">
              <a:avLst/>
            </a:prstGeom>
            <a:noFill/>
            <a:ln cap="flat" cmpd="sng" w="9525">
              <a:solidFill>
                <a:srgbClr val="BD8B13"/>
              </a:solidFill>
              <a:prstDash val="solid"/>
              <a:round/>
              <a:headEnd len="sm" w="sm" type="none"/>
              <a:tailEnd len="sm" w="sm" type="none"/>
            </a:ln>
          </p:spPr>
          <p:txBody>
            <a:bodyPr anchorCtr="0" anchor="t" bIns="365750" lIns="365750" spcFirstLastPara="1" rIns="365750" wrap="square" tIns="1097275">
              <a:spAutoFit/>
            </a:bodyPr>
            <a:lstStyle/>
            <a:p>
              <a:pPr indent="0" lvl="0" marL="0" marR="0" rtl="0" algn="l">
                <a:spcBef>
                  <a:spcPts val="0"/>
                </a:spcBef>
                <a:spcAft>
                  <a:spcPts val="0"/>
                </a:spcAft>
                <a:buClr>
                  <a:schemeClr val="dk1"/>
                </a:buClr>
                <a:buSzPts val="3600"/>
                <a:buFont typeface="Arial"/>
                <a:buNone/>
              </a:pPr>
              <a:r>
                <a:rPr lang="en" sz="3600">
                  <a:solidFill>
                    <a:schemeClr val="dk1"/>
                  </a:solidFill>
                  <a:latin typeface="Trebuchet MS"/>
                  <a:ea typeface="Trebuchet MS"/>
                  <a:cs typeface="Trebuchet MS"/>
                  <a:sym typeface="Trebuchet MS"/>
                </a:rPr>
                <a:t>Thank you to those who impacted and supported this project:</a:t>
              </a:r>
              <a:r>
                <a:rPr b="0" i="0" lang="en" sz="3600">
                  <a:solidFill>
                    <a:schemeClr val="dk1"/>
                  </a:solidFill>
                  <a:latin typeface="Trebuchet MS"/>
                  <a:ea typeface="Trebuchet MS"/>
                  <a:cs typeface="Trebuchet MS"/>
                  <a:sym typeface="Trebuchet MS"/>
                </a:rPr>
                <a:t> </a:t>
              </a:r>
              <a:endParaRPr sz="3600">
                <a:solidFill>
                  <a:schemeClr val="dk1"/>
                </a:solidFill>
                <a:latin typeface="Trebuchet MS"/>
                <a:ea typeface="Trebuchet MS"/>
                <a:cs typeface="Trebuchet MS"/>
                <a:sym typeface="Trebuchet MS"/>
              </a:endParaRPr>
            </a:p>
            <a:p>
              <a:pPr indent="0" lvl="0" marL="0" marR="0" rtl="0" algn="l">
                <a:spcBef>
                  <a:spcPts val="0"/>
                </a:spcBef>
                <a:spcAft>
                  <a:spcPts val="0"/>
                </a:spcAft>
                <a:buClr>
                  <a:schemeClr val="dk1"/>
                </a:buClr>
                <a:buSzPts val="3600"/>
                <a:buFont typeface="Arial"/>
                <a:buNone/>
              </a:pPr>
              <a:r>
                <a:t/>
              </a:r>
              <a:endParaRPr sz="3600">
                <a:solidFill>
                  <a:schemeClr val="dk1"/>
                </a:solidFill>
                <a:latin typeface="Trebuchet MS"/>
                <a:ea typeface="Trebuchet MS"/>
                <a:cs typeface="Trebuchet MS"/>
                <a:sym typeface="Trebuchet MS"/>
              </a:endParaRPr>
            </a:p>
            <a:p>
              <a:pPr indent="0" lvl="0" marL="0" marR="0" rtl="0" algn="l">
                <a:spcBef>
                  <a:spcPts val="0"/>
                </a:spcBef>
                <a:spcAft>
                  <a:spcPts val="0"/>
                </a:spcAft>
                <a:buClr>
                  <a:schemeClr val="dk1"/>
                </a:buClr>
                <a:buSzPts val="3600"/>
                <a:buFont typeface="Arial"/>
                <a:buNone/>
              </a:pPr>
              <a:r>
                <a:rPr lang="en" sz="3600">
                  <a:solidFill>
                    <a:schemeClr val="dk1"/>
                  </a:solidFill>
                  <a:latin typeface="Trebuchet MS"/>
                  <a:ea typeface="Trebuchet MS"/>
                  <a:cs typeface="Trebuchet MS"/>
                  <a:sym typeface="Trebuchet MS"/>
                </a:rPr>
                <a:t>The Frost Fund</a:t>
              </a:r>
              <a:endParaRPr/>
            </a:p>
            <a:p>
              <a:pPr indent="0" lvl="0" marL="0" marR="0" rtl="0" algn="l">
                <a:spcBef>
                  <a:spcPts val="0"/>
                </a:spcBef>
                <a:spcAft>
                  <a:spcPts val="0"/>
                </a:spcAft>
                <a:buClr>
                  <a:schemeClr val="dk1"/>
                </a:buClr>
                <a:buSzPts val="3600"/>
                <a:buFont typeface="Arial"/>
                <a:buNone/>
              </a:pPr>
              <a:r>
                <a:rPr lang="en" sz="3600">
                  <a:solidFill>
                    <a:schemeClr val="dk1"/>
                  </a:solidFill>
                  <a:latin typeface="Trebuchet MS"/>
                  <a:ea typeface="Trebuchet MS"/>
                  <a:cs typeface="Trebuchet MS"/>
                  <a:sym typeface="Trebuchet MS"/>
                </a:rPr>
                <a:t>The Cal Poly Physics Department</a:t>
              </a:r>
              <a:endParaRPr sz="3600">
                <a:solidFill>
                  <a:schemeClr val="dk1"/>
                </a:solidFill>
                <a:latin typeface="Trebuchet MS"/>
                <a:ea typeface="Trebuchet MS"/>
                <a:cs typeface="Trebuchet MS"/>
                <a:sym typeface="Trebuchet MS"/>
              </a:endParaRPr>
            </a:p>
            <a:p>
              <a:pPr indent="0" lvl="0" marL="0" marR="0" rtl="0" algn="l">
                <a:spcBef>
                  <a:spcPts val="0"/>
                </a:spcBef>
                <a:spcAft>
                  <a:spcPts val="0"/>
                </a:spcAft>
                <a:buClr>
                  <a:schemeClr val="dk1"/>
                </a:buClr>
                <a:buSzPts val="3600"/>
                <a:buFont typeface="Arial"/>
                <a:buNone/>
              </a:pPr>
              <a:r>
                <a:rPr lang="en" sz="3600">
                  <a:solidFill>
                    <a:schemeClr val="dk1"/>
                  </a:solidFill>
                  <a:latin typeface="Trebuchet MS"/>
                  <a:ea typeface="Trebuchet MS"/>
                  <a:cs typeface="Trebuchet MS"/>
                  <a:sym typeface="Trebuchet MS"/>
                </a:rPr>
                <a:t>Dr. Tom Bensky</a:t>
              </a:r>
              <a:endParaRPr sz="3600">
                <a:solidFill>
                  <a:schemeClr val="dk1"/>
                </a:solidFill>
                <a:latin typeface="Trebuchet MS"/>
                <a:ea typeface="Trebuchet MS"/>
                <a:cs typeface="Trebuchet MS"/>
                <a:sym typeface="Trebuchet MS"/>
              </a:endParaRPr>
            </a:p>
            <a:p>
              <a:pPr indent="0" lvl="0" marL="0" marR="0" rtl="0" algn="l">
                <a:spcBef>
                  <a:spcPts val="0"/>
                </a:spcBef>
                <a:spcAft>
                  <a:spcPts val="0"/>
                </a:spcAft>
                <a:buClr>
                  <a:schemeClr val="dk1"/>
                </a:buClr>
                <a:buSzPts val="3600"/>
                <a:buFont typeface="Arial"/>
                <a:buNone/>
              </a:pPr>
              <a:r>
                <a:rPr lang="en" sz="3600">
                  <a:solidFill>
                    <a:schemeClr val="dk1"/>
                  </a:solidFill>
                  <a:latin typeface="Trebuchet MS"/>
                  <a:ea typeface="Trebuchet MS"/>
                  <a:cs typeface="Trebuchet MS"/>
                  <a:sym typeface="Trebuchet MS"/>
                </a:rPr>
                <a:t>Steve </a:t>
              </a:r>
              <a:r>
                <a:rPr lang="en" sz="3600">
                  <a:solidFill>
                    <a:schemeClr val="dk1"/>
                  </a:solidFill>
                  <a:latin typeface="Trebuchet MS"/>
                  <a:ea typeface="Trebuchet MS"/>
                  <a:cs typeface="Trebuchet MS"/>
                  <a:sym typeface="Trebuchet MS"/>
                </a:rPr>
                <a:t>Soderberg</a:t>
              </a:r>
              <a:endParaRPr sz="3600">
                <a:solidFill>
                  <a:schemeClr val="dk1"/>
                </a:solidFill>
                <a:latin typeface="Trebuchet MS"/>
                <a:ea typeface="Trebuchet MS"/>
                <a:cs typeface="Trebuchet MS"/>
                <a:sym typeface="Trebuchet MS"/>
              </a:endParaRPr>
            </a:p>
          </p:txBody>
        </p:sp>
        <p:sp>
          <p:nvSpPr>
            <p:cNvPr id="146" name="Google Shape;146;p25"/>
            <p:cNvSpPr txBox="1"/>
            <p:nvPr/>
          </p:nvSpPr>
          <p:spPr>
            <a:xfrm>
              <a:off x="30489200" y="25696452"/>
              <a:ext cx="10971000" cy="746100"/>
            </a:xfrm>
            <a:prstGeom prst="rect">
              <a:avLst/>
            </a:prstGeom>
            <a:solidFill>
              <a:srgbClr val="BD8B13"/>
            </a:solid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 sz="4500">
                  <a:solidFill>
                    <a:schemeClr val="lt1"/>
                  </a:solidFill>
                  <a:latin typeface="Georgia"/>
                  <a:ea typeface="Georgia"/>
                  <a:cs typeface="Georgia"/>
                  <a:sym typeface="Georgia"/>
                </a:rPr>
                <a:t>Acknowledgements</a:t>
              </a:r>
              <a:endParaRPr b="1" sz="4500">
                <a:solidFill>
                  <a:schemeClr val="lt1"/>
                </a:solidFill>
                <a:latin typeface="Georgia"/>
                <a:ea typeface="Georgia"/>
                <a:cs typeface="Georgia"/>
                <a:sym typeface="Georgia"/>
              </a:endParaRPr>
            </a:p>
          </p:txBody>
        </p:sp>
      </p:grpSp>
      <p:grpSp>
        <p:nvGrpSpPr>
          <p:cNvPr id="147" name="Google Shape;147;p25"/>
          <p:cNvGrpSpPr/>
          <p:nvPr/>
        </p:nvGrpSpPr>
        <p:grpSpPr>
          <a:xfrm>
            <a:off x="14828458" y="5265513"/>
            <a:ext cx="14234496" cy="4292468"/>
            <a:chOff x="14556831" y="5265875"/>
            <a:chExt cx="13716030" cy="4018412"/>
          </a:xfrm>
        </p:grpSpPr>
        <p:sp>
          <p:nvSpPr>
            <p:cNvPr id="148" name="Google Shape;148;p25"/>
            <p:cNvSpPr txBox="1"/>
            <p:nvPr/>
          </p:nvSpPr>
          <p:spPr>
            <a:xfrm>
              <a:off x="14556831" y="5307188"/>
              <a:ext cx="13716000" cy="3977100"/>
            </a:xfrm>
            <a:prstGeom prst="rect">
              <a:avLst/>
            </a:prstGeom>
            <a:noFill/>
            <a:ln cap="flat" cmpd="sng" w="9525">
              <a:solidFill>
                <a:srgbClr val="BD8B13"/>
              </a:solidFill>
              <a:prstDash val="solid"/>
              <a:round/>
              <a:headEnd len="sm" w="sm" type="none"/>
              <a:tailEnd len="sm" w="sm" type="none"/>
            </a:ln>
          </p:spPr>
          <p:txBody>
            <a:bodyPr anchorCtr="0" anchor="t" bIns="365750" lIns="365750" spcFirstLastPara="1" rIns="365750" wrap="square" tIns="1097275">
              <a:spAutoFit/>
            </a:bodyPr>
            <a:lstStyle/>
            <a:p>
              <a:pPr indent="0" lvl="0" marL="0" marR="0" rtl="0" algn="l">
                <a:spcBef>
                  <a:spcPts val="0"/>
                </a:spcBef>
                <a:spcAft>
                  <a:spcPts val="0"/>
                </a:spcAft>
                <a:buNone/>
              </a:pPr>
              <a:r>
                <a:rPr lang="en" sz="3600">
                  <a:solidFill>
                    <a:schemeClr val="dk1"/>
                  </a:solidFill>
                  <a:latin typeface="Trebuchet MS"/>
                  <a:ea typeface="Trebuchet MS"/>
                  <a:cs typeface="Trebuchet MS"/>
                  <a:sym typeface="Trebuchet MS"/>
                </a:rPr>
                <a:t>We worked on several laboratory configurations, with and without temperature control and with large and small amplitudes of the frequency sweep (top and middle plots). We seem to fall into the regime of random errors only when under temperature </a:t>
              </a:r>
              <a:r>
                <a:rPr lang="en" sz="3600">
                  <a:solidFill>
                    <a:schemeClr val="dk1"/>
                  </a:solidFill>
                  <a:latin typeface="Trebuchet MS"/>
                  <a:ea typeface="Trebuchet MS"/>
                  <a:cs typeface="Trebuchet MS"/>
                  <a:sym typeface="Trebuchet MS"/>
                </a:rPr>
                <a:t>control</a:t>
              </a:r>
              <a:r>
                <a:rPr lang="en" sz="3600">
                  <a:solidFill>
                    <a:schemeClr val="dk1"/>
                  </a:solidFill>
                  <a:latin typeface="Trebuchet MS"/>
                  <a:ea typeface="Trebuchet MS"/>
                  <a:cs typeface="Trebuchet MS"/>
                  <a:sym typeface="Trebuchet MS"/>
                </a:rPr>
                <a:t> with a small driving amplitude (bottom plot).</a:t>
              </a:r>
              <a:endParaRPr/>
            </a:p>
          </p:txBody>
        </p:sp>
        <p:sp>
          <p:nvSpPr>
            <p:cNvPr id="149" name="Google Shape;149;p25"/>
            <p:cNvSpPr txBox="1"/>
            <p:nvPr/>
          </p:nvSpPr>
          <p:spPr>
            <a:xfrm>
              <a:off x="14556861" y="5265875"/>
              <a:ext cx="13716000" cy="735000"/>
            </a:xfrm>
            <a:prstGeom prst="rect">
              <a:avLst/>
            </a:prstGeom>
            <a:solidFill>
              <a:srgbClr val="3A913F"/>
            </a:solid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 sz="4500">
                  <a:solidFill>
                    <a:schemeClr val="lt1"/>
                  </a:solidFill>
                  <a:latin typeface="Georgia"/>
                  <a:ea typeface="Georgia"/>
                  <a:cs typeface="Georgia"/>
                  <a:sym typeface="Georgia"/>
                </a:rPr>
                <a:t>Results</a:t>
              </a:r>
              <a:endParaRPr b="1" sz="4500">
                <a:solidFill>
                  <a:schemeClr val="lt1"/>
                </a:solidFill>
                <a:latin typeface="Georgia"/>
                <a:ea typeface="Georgia"/>
                <a:cs typeface="Georgia"/>
                <a:sym typeface="Georgia"/>
              </a:endParaRPr>
            </a:p>
          </p:txBody>
        </p:sp>
      </p:grpSp>
      <p:grpSp>
        <p:nvGrpSpPr>
          <p:cNvPr id="150" name="Google Shape;150;p25"/>
          <p:cNvGrpSpPr/>
          <p:nvPr/>
        </p:nvGrpSpPr>
        <p:grpSpPr>
          <a:xfrm>
            <a:off x="1373362" y="5265867"/>
            <a:ext cx="11385708" cy="9450933"/>
            <a:chOff x="1368798" y="5265863"/>
            <a:chExt cx="10971004" cy="9450933"/>
          </a:xfrm>
        </p:grpSpPr>
        <p:sp>
          <p:nvSpPr>
            <p:cNvPr id="151" name="Google Shape;151;p25"/>
            <p:cNvSpPr txBox="1"/>
            <p:nvPr/>
          </p:nvSpPr>
          <p:spPr>
            <a:xfrm>
              <a:off x="1368802" y="5265896"/>
              <a:ext cx="10971000" cy="9450900"/>
            </a:xfrm>
            <a:prstGeom prst="rect">
              <a:avLst/>
            </a:prstGeom>
            <a:noFill/>
            <a:ln cap="flat" cmpd="sng" w="9525">
              <a:solidFill>
                <a:srgbClr val="BD8B13"/>
              </a:solidFill>
              <a:prstDash val="solid"/>
              <a:round/>
              <a:headEnd len="sm" w="sm" type="none"/>
              <a:tailEnd len="sm" w="sm" type="none"/>
            </a:ln>
          </p:spPr>
          <p:txBody>
            <a:bodyPr anchorCtr="0" anchor="t" bIns="365750" lIns="365750" spcFirstLastPara="1" rIns="365750" wrap="square" tIns="1097275">
              <a:spAutoFit/>
            </a:bodyPr>
            <a:lstStyle/>
            <a:p>
              <a:pPr indent="0" lvl="0" marL="0" rtl="0" algn="l">
                <a:lnSpc>
                  <a:spcPct val="115000"/>
                </a:lnSpc>
                <a:spcBef>
                  <a:spcPts val="0"/>
                </a:spcBef>
                <a:spcAft>
                  <a:spcPts val="0"/>
                </a:spcAft>
                <a:buClr>
                  <a:schemeClr val="dk1"/>
                </a:buClr>
                <a:buSzPts val="1100"/>
                <a:buFont typeface="Arial"/>
                <a:buNone/>
              </a:pPr>
              <a:r>
                <a:rPr lang="en" sz="3500">
                  <a:solidFill>
                    <a:schemeClr val="dk1"/>
                  </a:solidFill>
                  <a:latin typeface="Trebuchet MS"/>
                  <a:ea typeface="Trebuchet MS"/>
                  <a:cs typeface="Trebuchet MS"/>
                  <a:sym typeface="Trebuchet MS"/>
                </a:rPr>
                <a:t>Here we investigate the resonance of a temperature controlled quartz crystal to assess its use in timekeeping. The impedance of a crystal is known to drop dramatically at resonance, which we monitor electronically by connecting the crystal as the “other half” of a voltage divider, and sweep frequencies across the crystal while monitoring the voltage drop across it. After each sweep, we extract the centroid of the resonance, collecting 1000s after many days of computer-automated runs. We report a statistical analysis of the resonance position and observe a </a:t>
              </a:r>
              <a:r>
                <a:rPr i="1" lang="en" sz="3500">
                  <a:solidFill>
                    <a:schemeClr val="dk1"/>
                  </a:solidFill>
                  <a:latin typeface="Trebuchet MS"/>
                  <a:ea typeface="Trebuchet MS"/>
                  <a:cs typeface="Trebuchet MS"/>
                  <a:sym typeface="Trebuchet MS"/>
                </a:rPr>
                <a:t>Q</a:t>
              </a:r>
              <a:r>
                <a:rPr lang="en" sz="3500">
                  <a:solidFill>
                    <a:schemeClr val="dk1"/>
                  </a:solidFill>
                  <a:latin typeface="Trebuchet MS"/>
                  <a:ea typeface="Trebuchet MS"/>
                  <a:cs typeface="Trebuchet MS"/>
                  <a:sym typeface="Trebuchet MS"/>
                </a:rPr>
                <a:t>~10</a:t>
              </a:r>
              <a:r>
                <a:rPr baseline="30000" lang="en" sz="3500">
                  <a:solidFill>
                    <a:schemeClr val="dk1"/>
                  </a:solidFill>
                  <a:latin typeface="Trebuchet MS"/>
                  <a:ea typeface="Trebuchet MS"/>
                  <a:cs typeface="Trebuchet MS"/>
                  <a:sym typeface="Trebuchet MS"/>
                </a:rPr>
                <a:t>5</a:t>
              </a:r>
              <a:r>
                <a:rPr lang="en" sz="3500">
                  <a:solidFill>
                    <a:schemeClr val="dk1"/>
                  </a:solidFill>
                  <a:latin typeface="Trebuchet MS"/>
                  <a:ea typeface="Trebuchet MS"/>
                  <a:cs typeface="Trebuchet MS"/>
                  <a:sym typeface="Trebuchet MS"/>
                </a:rPr>
                <a:t>, which can discipline a electronic </a:t>
              </a:r>
              <a:r>
                <a:rPr lang="en" sz="3500">
                  <a:solidFill>
                    <a:schemeClr val="dk1"/>
                  </a:solidFill>
                  <a:latin typeface="Trebuchet MS"/>
                  <a:ea typeface="Trebuchet MS"/>
                  <a:cs typeface="Trebuchet MS"/>
                  <a:sym typeface="Trebuchet MS"/>
                </a:rPr>
                <a:t>oscillator to less than 1s/day.</a:t>
              </a:r>
              <a:endParaRPr sz="3500">
                <a:latin typeface="Trebuchet MS"/>
                <a:ea typeface="Trebuchet MS"/>
                <a:cs typeface="Trebuchet MS"/>
                <a:sym typeface="Trebuchet MS"/>
              </a:endParaRPr>
            </a:p>
          </p:txBody>
        </p:sp>
        <p:sp>
          <p:nvSpPr>
            <p:cNvPr id="152" name="Google Shape;152;p25"/>
            <p:cNvSpPr txBox="1"/>
            <p:nvPr/>
          </p:nvSpPr>
          <p:spPr>
            <a:xfrm>
              <a:off x="1368798" y="5265863"/>
              <a:ext cx="10971000" cy="785100"/>
            </a:xfrm>
            <a:prstGeom prst="rect">
              <a:avLst/>
            </a:prstGeom>
            <a:solidFill>
              <a:srgbClr val="BD8B13"/>
            </a:solid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 sz="4500">
                  <a:solidFill>
                    <a:schemeClr val="lt1"/>
                  </a:solidFill>
                  <a:latin typeface="Georgia"/>
                  <a:ea typeface="Georgia"/>
                  <a:cs typeface="Georgia"/>
                  <a:sym typeface="Georgia"/>
                </a:rPr>
                <a:t>Introduction</a:t>
              </a:r>
              <a:endParaRPr b="1" sz="4500">
                <a:solidFill>
                  <a:schemeClr val="lt1"/>
                </a:solidFill>
                <a:latin typeface="Georgia"/>
                <a:ea typeface="Georgia"/>
                <a:cs typeface="Georgia"/>
                <a:sym typeface="Georgia"/>
              </a:endParaRPr>
            </a:p>
          </p:txBody>
        </p:sp>
      </p:grpSp>
      <p:sp>
        <p:nvSpPr>
          <p:cNvPr id="153" name="Google Shape;153;p25"/>
          <p:cNvSpPr txBox="1"/>
          <p:nvPr/>
        </p:nvSpPr>
        <p:spPr>
          <a:xfrm>
            <a:off x="1369747" y="31392433"/>
            <a:ext cx="109728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 sz="2000">
                <a:solidFill>
                  <a:schemeClr val="dk1"/>
                </a:solidFill>
                <a:latin typeface="Trebuchet MS"/>
                <a:ea typeface="Trebuchet MS"/>
                <a:cs typeface="Trebuchet MS"/>
                <a:sym typeface="Trebuchet MS"/>
              </a:rPr>
              <a:t>The equipment used to collect data </a:t>
            </a:r>
            <a:r>
              <a:rPr i="1" lang="en" sz="2000">
                <a:solidFill>
                  <a:schemeClr val="dk1"/>
                </a:solidFill>
                <a:latin typeface="Trebuchet MS"/>
                <a:ea typeface="Trebuchet MS"/>
                <a:cs typeface="Trebuchet MS"/>
                <a:sym typeface="Trebuchet MS"/>
              </a:rPr>
              <a:t>for</a:t>
            </a:r>
            <a:r>
              <a:rPr i="1" lang="en" sz="2000">
                <a:solidFill>
                  <a:schemeClr val="dk1"/>
                </a:solidFill>
                <a:latin typeface="Trebuchet MS"/>
                <a:ea typeface="Trebuchet MS"/>
                <a:cs typeface="Trebuchet MS"/>
                <a:sym typeface="Trebuchet MS"/>
              </a:rPr>
              <a:t> this project, </a:t>
            </a:r>
            <a:r>
              <a:rPr i="1" lang="en" sz="2000">
                <a:solidFill>
                  <a:schemeClr val="dk1"/>
                </a:solidFill>
                <a:latin typeface="Trebuchet MS"/>
                <a:ea typeface="Trebuchet MS"/>
                <a:cs typeface="Trebuchet MS"/>
                <a:sym typeface="Trebuchet MS"/>
              </a:rPr>
              <a:t>along with the wiring.</a:t>
            </a:r>
            <a:endParaRPr/>
          </a:p>
        </p:txBody>
      </p:sp>
      <p:grpSp>
        <p:nvGrpSpPr>
          <p:cNvPr id="154" name="Google Shape;154;p25"/>
          <p:cNvGrpSpPr/>
          <p:nvPr/>
        </p:nvGrpSpPr>
        <p:grpSpPr>
          <a:xfrm>
            <a:off x="16459306" y="24242904"/>
            <a:ext cx="10972800" cy="8523036"/>
            <a:chOff x="30488000" y="17819797"/>
            <a:chExt cx="10972800" cy="8523036"/>
          </a:xfrm>
        </p:grpSpPr>
        <p:pic>
          <p:nvPicPr>
            <p:cNvPr id="155" name="Google Shape;155;p25" title="hist.png"/>
            <p:cNvPicPr preferRelativeResize="0"/>
            <p:nvPr/>
          </p:nvPicPr>
          <p:blipFill rotWithShape="1">
            <a:blip r:embed="rId5">
              <a:alphaModFix/>
            </a:blip>
            <a:srcRect b="0" l="0" r="0" t="0"/>
            <a:stretch/>
          </p:blipFill>
          <p:spPr>
            <a:xfrm>
              <a:off x="30488000" y="17819797"/>
              <a:ext cx="10972800" cy="8523036"/>
            </a:xfrm>
            <a:prstGeom prst="rect">
              <a:avLst/>
            </a:prstGeom>
            <a:noFill/>
            <a:ln>
              <a:noFill/>
            </a:ln>
          </p:spPr>
        </p:pic>
        <p:sp>
          <p:nvSpPr>
            <p:cNvPr id="156" name="Google Shape;156;p25"/>
            <p:cNvSpPr txBox="1"/>
            <p:nvPr/>
          </p:nvSpPr>
          <p:spPr>
            <a:xfrm>
              <a:off x="32005800" y="18999375"/>
              <a:ext cx="4188000" cy="201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 sz="2500">
                  <a:solidFill>
                    <a:schemeClr val="dk1"/>
                  </a:solidFill>
                  <a:latin typeface="Trebuchet MS"/>
                  <a:ea typeface="Trebuchet MS"/>
                  <a:cs typeface="Trebuchet MS"/>
                  <a:sym typeface="Trebuchet MS"/>
                </a:rPr>
                <a:t>Data taken from 3/17/25 to 4/2/25 with a maximum amplitude of 0.1V and a constant temperature near 27°C</a:t>
              </a:r>
              <a:endParaRPr sz="2500">
                <a:latin typeface="Trebuchet MS"/>
                <a:ea typeface="Trebuchet MS"/>
                <a:cs typeface="Trebuchet MS"/>
                <a:sym typeface="Trebuchet MS"/>
              </a:endParaRPr>
            </a:p>
          </p:txBody>
        </p:sp>
      </p:grpSp>
      <p:grpSp>
        <p:nvGrpSpPr>
          <p:cNvPr id="157" name="Google Shape;157;p25"/>
          <p:cNvGrpSpPr/>
          <p:nvPr/>
        </p:nvGrpSpPr>
        <p:grpSpPr>
          <a:xfrm>
            <a:off x="16460233" y="9708385"/>
            <a:ext cx="10970947" cy="6455832"/>
            <a:chOff x="15929380" y="9460738"/>
            <a:chExt cx="10970947" cy="6238724"/>
          </a:xfrm>
        </p:grpSpPr>
        <p:pic>
          <p:nvPicPr>
            <p:cNvPr id="158" name="Google Shape;158;p25" title="hist_no_regulation.png"/>
            <p:cNvPicPr preferRelativeResize="0"/>
            <p:nvPr/>
          </p:nvPicPr>
          <p:blipFill rotWithShape="1">
            <a:blip r:embed="rId6">
              <a:alphaModFix/>
            </a:blip>
            <a:srcRect b="313" l="0" r="0" t="7452"/>
            <a:stretch/>
          </p:blipFill>
          <p:spPr>
            <a:xfrm>
              <a:off x="15929380" y="9460738"/>
              <a:ext cx="10970947" cy="6238724"/>
            </a:xfrm>
            <a:prstGeom prst="rect">
              <a:avLst/>
            </a:prstGeom>
            <a:noFill/>
            <a:ln>
              <a:noFill/>
            </a:ln>
          </p:spPr>
        </p:pic>
        <p:sp>
          <p:nvSpPr>
            <p:cNvPr id="159" name="Google Shape;159;p25"/>
            <p:cNvSpPr txBox="1"/>
            <p:nvPr/>
          </p:nvSpPr>
          <p:spPr>
            <a:xfrm>
              <a:off x="17473125" y="10087600"/>
              <a:ext cx="3859800" cy="194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 sz="2500">
                  <a:solidFill>
                    <a:schemeClr val="dk1"/>
                  </a:solidFill>
                  <a:latin typeface="Trebuchet MS"/>
                  <a:ea typeface="Trebuchet MS"/>
                  <a:cs typeface="Trebuchet MS"/>
                  <a:sym typeface="Trebuchet MS"/>
                </a:rPr>
                <a:t>Data taken from 2/11/25 to 2/24/25 with a maximum amplitude of 5V and no temperature regulation</a:t>
              </a:r>
              <a:endParaRPr sz="2500">
                <a:latin typeface="Trebuchet MS"/>
                <a:ea typeface="Trebuchet MS"/>
                <a:cs typeface="Trebuchet MS"/>
                <a:sym typeface="Trebuchet MS"/>
              </a:endParaRPr>
            </a:p>
          </p:txBody>
        </p:sp>
      </p:grpSp>
      <p:grpSp>
        <p:nvGrpSpPr>
          <p:cNvPr id="160" name="Google Shape;160;p25"/>
          <p:cNvGrpSpPr/>
          <p:nvPr/>
        </p:nvGrpSpPr>
        <p:grpSpPr>
          <a:xfrm>
            <a:off x="17071347" y="16889371"/>
            <a:ext cx="9748718" cy="6933179"/>
            <a:chOff x="31100041" y="10886619"/>
            <a:chExt cx="9748718" cy="6933179"/>
          </a:xfrm>
        </p:grpSpPr>
        <p:pic>
          <p:nvPicPr>
            <p:cNvPr id="161" name="Google Shape;161;p25" title="hist_just_temp.png"/>
            <p:cNvPicPr preferRelativeResize="0"/>
            <p:nvPr/>
          </p:nvPicPr>
          <p:blipFill rotWithShape="1">
            <a:blip r:embed="rId7">
              <a:alphaModFix/>
            </a:blip>
            <a:srcRect b="2154" l="0" r="0" t="7690"/>
            <a:stretch/>
          </p:blipFill>
          <p:spPr>
            <a:xfrm>
              <a:off x="31100041" y="10886619"/>
              <a:ext cx="9748718" cy="6933179"/>
            </a:xfrm>
            <a:prstGeom prst="rect">
              <a:avLst/>
            </a:prstGeom>
            <a:noFill/>
            <a:ln>
              <a:noFill/>
            </a:ln>
          </p:spPr>
        </p:pic>
        <p:sp>
          <p:nvSpPr>
            <p:cNvPr id="162" name="Google Shape;162;p25"/>
            <p:cNvSpPr txBox="1"/>
            <p:nvPr/>
          </p:nvSpPr>
          <p:spPr>
            <a:xfrm>
              <a:off x="36489450" y="11717200"/>
              <a:ext cx="3859800" cy="201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 sz="2500">
                  <a:latin typeface="Trebuchet MS"/>
                  <a:ea typeface="Trebuchet MS"/>
                  <a:cs typeface="Trebuchet MS"/>
                  <a:sym typeface="Trebuchet MS"/>
                </a:rPr>
                <a:t>Data taken from 3/13/25 to 3/17/25 with a maximum amplitude of 5V and a constant temperature near 27°C</a:t>
              </a:r>
              <a:endParaRPr i="1" sz="2500">
                <a:latin typeface="Trebuchet MS"/>
                <a:ea typeface="Trebuchet MS"/>
                <a:cs typeface="Trebuchet MS"/>
                <a:sym typeface="Trebuchet MS"/>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